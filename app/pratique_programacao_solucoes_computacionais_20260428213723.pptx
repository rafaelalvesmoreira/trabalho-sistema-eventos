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ppt/metadata" ContentType="application/binary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saveSubsetFonts="1" autoCompressPictures="0">
  <p:sldMasterIdLst>
    <p:sldMasterId id="2147483648" r:id="rId1"/>
    <p:sldMasterId id="2147483660" r:id="rId2"/>
  </p:sldMasterIdLst>
  <p:notesMasterIdLst>
    <p:notesMasterId r:id="rId5"/>
  </p:notesMasterIdLst>
  <p:sldIdLst>
    <p:sldId id="256" r:id="rId3"/>
    <p:sldId id="257" r:id="rId4"/>
  </p:sldIdLst>
  <p:sldSz cx="12192000" cy="6858000"/>
  <p:notesSz cx="6858000" cy="9144000"/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http://customooxmlschemas.google.com/">
      <go:slidesCustomData xmlns:go="http://customooxmlschemas.google.com/" xmlns:ahyp="http://schemas.microsoft.com/office/drawing/2018/hyperlinkcolor" xmlns:p15="http://schemas.microsoft.com/office/powerpoint/2012/main" xmlns:p14="http://schemas.microsoft.com/office/powerpoint/2010/main" xmlns:com="http://schemas.openxmlformats.org/drawingml/2006/compatibility" xmlns:pvml="urn:schemas-microsoft-com:office:powerpoint" xmlns:v="urn:schemas-microsoft-com:vml" xmlns:o="urn:schemas-microsoft-com:office:office" xmlns:dgm="http://schemas.openxmlformats.org/drawingml/2006/diagram" xmlns:c="http://schemas.openxmlformats.org/drawingml/2006/chart" xmlns:mv="urn:schemas-microsoft-com:mac:vml" xmlns:mc="http://schemas.openxmlformats.org/markup-compatibility/2006" xmlns="" r:id="rId8" roundtripDataSignature="AMtx7mhAW+rRkU2k7NsvmFfMWeHvpldcWg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78" d="100"/>
          <a:sy n="78" d="100"/>
        </p:scale>
        <p:origin x="850" y="6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customschemas.google.com/relationships/presentationmetadata" Target="metadata"/><Relationship Id="rId3" Type="http://schemas.openxmlformats.org/officeDocument/2006/relationships/slide" Target="slides/slide1.xml"/><Relationship Id="rId12" Type="http://schemas.openxmlformats.org/officeDocument/2006/relationships/tableStyles" Target="tableStyles.xml"/><Relationship Id="rId2" Type="http://schemas.openxmlformats.org/officeDocument/2006/relationships/slideMaster" Target="slideMasters/slideMaster2.xml"/><Relationship Id="rId1" Type="http://schemas.openxmlformats.org/officeDocument/2006/relationships/slideMaster" Target="slideMasters/slideMaster1.xml"/><Relationship Id="rId11" Type="http://schemas.openxmlformats.org/officeDocument/2006/relationships/theme" Target="theme/theme1.xml"/><Relationship Id="rId5" Type="http://schemas.openxmlformats.org/officeDocument/2006/relationships/notesMaster" Target="notesMasters/notesMaster1.xml"/><Relationship Id="rId10" Type="http://schemas.openxmlformats.org/officeDocument/2006/relationships/viewProps" Target="viewProps.xml"/><Relationship Id="rId4" Type="http://schemas.openxmlformats.org/officeDocument/2006/relationships/slide" Target="slides/slide2.xml"/><Relationship Id="rId9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>
            <a:spLocks noGrp="1"/>
          </p:cNvSpPr>
          <p:nvPr>
            <p:ph type="hdr" idx="2"/>
          </p:nvPr>
        </p:nvSpPr>
        <p:spPr>
          <a:xfrm>
            <a:off x="0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4" name="Google Shape;4;n"/>
          <p:cNvSpPr txBox="1">
            <a:spLocks noGrp="1"/>
          </p:cNvSpPr>
          <p:nvPr>
            <p:ph type="dt" idx="10"/>
          </p:nvPr>
        </p:nvSpPr>
        <p:spPr>
          <a:xfrm>
            <a:off x="3884613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r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5" name="Google Shape;5;n"/>
          <p:cNvSpPr>
            <a:spLocks noGrp="1" noRot="1" noChangeAspect="1"/>
          </p:cNvSpPr>
          <p:nvPr>
            <p:ph type="sldImg" idx="3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6" name="Google Shape;6;n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7" name="Google Shape;7;n"/>
          <p:cNvSpPr txBox="1">
            <a:spLocks noGrp="1"/>
          </p:cNvSpPr>
          <p:nvPr>
            <p:ph type="ftr" idx="11"/>
          </p:nvPr>
        </p:nvSpPr>
        <p:spPr>
          <a:xfrm>
            <a:off x="0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8" name="Google Shape;8;n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‹nº›</a:t>
            </a:fld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8" name="Google Shape;138;p17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39" name="Google Shape;139;p17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9" name="Google Shape;159;g13e9cd99caf_0_0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60" name="Google Shape;160;g13e9cd99caf_0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2" Type="http://schemas.openxmlformats.org/officeDocument/2006/relationships/hyperlink" Target="http://www.1ppt.com/moban/" TargetMode="External"/><Relationship Id="rId1" Type="http://schemas.openxmlformats.org/officeDocument/2006/relationships/slideMaster" Target="../slideMasters/slideMaster2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lide de Título" type="title">
  <p:cSld name="TITLE">
    <p:spTree>
      <p:nvGrpSpPr>
        <p:cNvPr id="1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24"/>
          <p:cNvSpPr txBox="1"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Calibri"/>
              <a:buNone/>
              <a:defRPr sz="6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7" name="Google Shape;17;p24"/>
          <p:cNvSpPr txBox="1"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lvl="0" algn="ctr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/>
            </a:lvl1pPr>
            <a:lvl2pPr lvl="1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/>
            </a:lvl2pPr>
            <a:lvl3pPr lvl="2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/>
            </a:lvl3pPr>
            <a:lvl4pPr lvl="3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4pPr>
            <a:lvl5pPr lvl="4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5pPr>
            <a:lvl6pPr lvl="5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6pPr>
            <a:lvl7pPr lvl="6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7pPr>
            <a:lvl8pPr lvl="7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8pPr>
            <a:lvl9pPr lvl="8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9pPr>
          </a:lstStyle>
          <a:p>
            <a:endParaRPr/>
          </a:p>
        </p:txBody>
      </p:sp>
      <p:sp>
        <p:nvSpPr>
          <p:cNvPr id="18" name="Google Shape;18;p24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9" name="Google Shape;19;p24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0" name="Google Shape;20;p24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ítulo e Conteúdo" type="obj">
  <p:cSld name="OBJECT">
    <p:spTree>
      <p:nvGrpSpPr>
        <p:cNvPr id="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Google Shape;22;p29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3" name="Google Shape;23;p29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24" name="Google Shape;24;p29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5" name="Google Shape;25;p29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6" name="Google Shape;26;p29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abeçalho da Seção" type="secHead">
  <p:cSld name="SECTION_HEADER">
    <p:spTree>
      <p:nvGrpSpPr>
        <p:cNvPr id="1" name="Shape 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Google Shape;28;p30"/>
          <p:cNvSpPr txBox="1"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Calibri"/>
              <a:buNone/>
              <a:defRPr sz="6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9" name="Google Shape;29;p30"/>
          <p:cNvSpPr txBox="1"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 sz="2400">
                <a:solidFill>
                  <a:srgbClr val="888888"/>
                </a:solidFill>
              </a:defRPr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9pPr>
          </a:lstStyle>
          <a:p>
            <a:endParaRPr/>
          </a:p>
        </p:txBody>
      </p:sp>
      <p:sp>
        <p:nvSpPr>
          <p:cNvPr id="30" name="Google Shape;30;p30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1" name="Google Shape;31;p30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2" name="Google Shape;32;p30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Duas Partes de Conteúdo" type="twoObj">
  <p:cSld name="TWO_OBJECTS">
    <p:spTree>
      <p:nvGrpSpPr>
        <p:cNvPr id="1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Google Shape;34;p31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5" name="Google Shape;35;p31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5181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36" name="Google Shape;36;p31"/>
          <p:cNvSpPr txBox="1">
            <a:spLocks noGrp="1"/>
          </p:cNvSpPr>
          <p:nvPr>
            <p:ph type="body" idx="2"/>
          </p:nvPr>
        </p:nvSpPr>
        <p:spPr>
          <a:xfrm>
            <a:off x="6172200" y="1825625"/>
            <a:ext cx="5181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37" name="Google Shape;37;p31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8" name="Google Shape;38;p31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9" name="Google Shape;39;p31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mparação" type="twoTxTwoObj">
  <p:cSld name="TWO_OBJECTS_WITH_TEXT">
    <p:spTree>
      <p:nvGrpSpPr>
        <p:cNvPr id="1" name="Shape 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Google Shape;41;p32"/>
          <p:cNvSpPr txBox="1"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2" name="Google Shape;42;p32"/>
          <p:cNvSpPr txBox="1"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/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43" name="Google Shape;43;p32"/>
          <p:cNvSpPr txBox="1">
            <a:spLocks noGrp="1"/>
          </p:cNvSpPr>
          <p:nvPr>
            <p:ph type="body" idx="2"/>
          </p:nvPr>
        </p:nvSpPr>
        <p:spPr>
          <a:xfrm>
            <a:off x="839788" y="2505075"/>
            <a:ext cx="5157787" cy="36845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44" name="Google Shape;44;p32"/>
          <p:cNvSpPr txBox="1">
            <a:spLocks noGrp="1"/>
          </p:cNvSpPr>
          <p:nvPr>
            <p:ph type="body" idx="3"/>
          </p:nvPr>
        </p:nvSpPr>
        <p:spPr>
          <a:xfrm>
            <a:off x="6172200" y="1681163"/>
            <a:ext cx="5183188" cy="8239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/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45" name="Google Shape;45;p32"/>
          <p:cNvSpPr txBox="1">
            <a:spLocks noGrp="1"/>
          </p:cNvSpPr>
          <p:nvPr>
            <p:ph type="body" idx="4"/>
          </p:nvPr>
        </p:nvSpPr>
        <p:spPr>
          <a:xfrm>
            <a:off x="6172200" y="2505075"/>
            <a:ext cx="5183188" cy="36845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46" name="Google Shape;46;p32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7" name="Google Shape;47;p32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8" name="Google Shape;48;p32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omente Título" type="titleOnly">
  <p:cSld name="TITLE_ONLY">
    <p:spTree>
      <p:nvGrpSpPr>
        <p:cNvPr id="1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33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1" name="Google Shape;51;p33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2" name="Google Shape;52;p33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3" name="Google Shape;53;p33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Em Branco" type="blank">
  <p:cSld name="BLANK">
    <p:spTree>
      <p:nvGrpSpPr>
        <p:cNvPr id="1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34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6" name="Google Shape;56;p34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7" name="Google Shape;57;p34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nteúdo com Legenda" type="objTx">
  <p:cSld name="OBJECT_WITH_CAPTION_TEXT">
    <p:spTree>
      <p:nvGrpSpPr>
        <p:cNvPr id="1" name="Shape 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" name="Google Shape;59;p35"/>
          <p:cNvSpPr txBox="1"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Calibri"/>
              <a:buNone/>
              <a:defRPr sz="32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0" name="Google Shape;60;p35"/>
          <p:cNvSpPr txBox="1">
            <a:spLocks noGrp="1"/>
          </p:cNvSpPr>
          <p:nvPr>
            <p:ph type="body" idx="1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4318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marL="914400" lvl="1" indent="-406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2pPr>
            <a:lvl3pPr marL="1371600" lvl="2" indent="-381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marL="1828800" lvl="3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4pPr>
            <a:lvl5pPr marL="2286000" lvl="4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5pPr>
            <a:lvl6pPr marL="2743200" lvl="5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marL="3200400" lvl="6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marL="3657600" lvl="7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marL="4114800" lvl="8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>
            <a:endParaRPr/>
          </a:p>
        </p:txBody>
      </p:sp>
      <p:sp>
        <p:nvSpPr>
          <p:cNvPr id="61" name="Google Shape;61;p35"/>
          <p:cNvSpPr txBox="1">
            <a:spLocks noGrp="1"/>
          </p:cNvSpPr>
          <p:nvPr>
            <p:ph type="body" idx="2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>
            <a:endParaRPr/>
          </a:p>
        </p:txBody>
      </p:sp>
      <p:sp>
        <p:nvSpPr>
          <p:cNvPr id="62" name="Google Shape;62;p35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3" name="Google Shape;63;p35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4" name="Google Shape;64;p35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Imagem com Legenda" type="picTx">
  <p:cSld name="PICTURE_WITH_CAPTION_TEXT">
    <p:spTree>
      <p:nvGrpSpPr>
        <p:cNvPr id="1" name="Shape 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Google Shape;66;p36"/>
          <p:cNvSpPr txBox="1"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Calibri"/>
              <a:buNone/>
              <a:defRPr sz="32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7" name="Google Shape;67;p36"/>
          <p:cNvSpPr>
            <a:spLocks noGrp="1"/>
          </p:cNvSpPr>
          <p:nvPr>
            <p:ph type="pic" idx="2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  <a:noFill/>
          <a:ln>
            <a:noFill/>
          </a:ln>
        </p:spPr>
      </p:sp>
      <p:sp>
        <p:nvSpPr>
          <p:cNvPr id="68" name="Google Shape;68;p36"/>
          <p:cNvSpPr txBox="1">
            <a:spLocks noGrp="1"/>
          </p:cNvSpPr>
          <p:nvPr>
            <p:ph type="body" idx="1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>
            <a:endParaRPr/>
          </a:p>
        </p:txBody>
      </p:sp>
      <p:sp>
        <p:nvSpPr>
          <p:cNvPr id="69" name="Google Shape;69;p36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0" name="Google Shape;70;p36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1" name="Google Shape;71;p36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ítulo e Texto Vertical" type="vertTx">
  <p:cSld name="VERTICAL_TEXT">
    <p:spTree>
      <p:nvGrpSpPr>
        <p:cNvPr id="1" name="Shape 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" name="Google Shape;73;p37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4" name="Google Shape;74;p37"/>
          <p:cNvSpPr txBox="1">
            <a:spLocks noGrp="1"/>
          </p:cNvSpPr>
          <p:nvPr>
            <p:ph type="body" idx="1"/>
          </p:nvPr>
        </p:nvSpPr>
        <p:spPr>
          <a:xfrm rot="5400000">
            <a:off x="3920331" y="-1256506"/>
            <a:ext cx="4351338" cy="10515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75" name="Google Shape;75;p37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6" name="Google Shape;76;p37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7" name="Google Shape;77;p37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exto e Título Vertical" type="vertTitleAndTx">
  <p:cSld name="VERTICAL_TITLE_AND_VERTICAL_TEXT">
    <p:spTree>
      <p:nvGrpSpPr>
        <p:cNvPr id="1" name="Shape 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" name="Google Shape;79;p38"/>
          <p:cNvSpPr txBox="1">
            <a:spLocks noGrp="1"/>
          </p:cNvSpPr>
          <p:nvPr>
            <p:ph type="title"/>
          </p:nvPr>
        </p:nvSpPr>
        <p:spPr>
          <a:xfrm rot="5400000">
            <a:off x="7133431" y="1956594"/>
            <a:ext cx="5811838" cy="2628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0" name="Google Shape;80;p38"/>
          <p:cNvSpPr txBox="1">
            <a:spLocks noGrp="1"/>
          </p:cNvSpPr>
          <p:nvPr>
            <p:ph type="body" idx="1"/>
          </p:nvPr>
        </p:nvSpPr>
        <p:spPr>
          <a:xfrm rot="5400000">
            <a:off x="1799431" y="-596106"/>
            <a:ext cx="5811838" cy="7734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81" name="Google Shape;81;p38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2" name="Google Shape;82;p38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3" name="Google Shape;83;p38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1_Main Slide copy 29">
  <p:cSld name="1_Main Slide copy 29">
    <p:spTree>
      <p:nvGrpSpPr>
        <p:cNvPr id="1" name="Shape 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" name="Google Shape;86;p26"/>
          <p:cNvSpPr txBox="1">
            <a:spLocks noGrp="1"/>
          </p:cNvSpPr>
          <p:nvPr>
            <p:ph type="sldNum" idx="12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0" marR="0" lvl="0" indent="0" algn="l" rtl="0">
              <a:spcBef>
                <a:spcPts val="0"/>
              </a:spcBef>
              <a:buNone/>
              <a:defRPr sz="1800">
                <a:solidFill>
                  <a:srgbClr val="2C2E3C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l" rtl="0">
              <a:spcBef>
                <a:spcPts val="0"/>
              </a:spcBef>
              <a:buNone/>
              <a:defRPr sz="1800">
                <a:solidFill>
                  <a:srgbClr val="2C2E3C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l" rtl="0">
              <a:spcBef>
                <a:spcPts val="0"/>
              </a:spcBef>
              <a:buNone/>
              <a:defRPr sz="1800">
                <a:solidFill>
                  <a:srgbClr val="2C2E3C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l" rtl="0">
              <a:spcBef>
                <a:spcPts val="0"/>
              </a:spcBef>
              <a:buNone/>
              <a:defRPr sz="1800">
                <a:solidFill>
                  <a:srgbClr val="2C2E3C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l" rtl="0">
              <a:spcBef>
                <a:spcPts val="0"/>
              </a:spcBef>
              <a:buNone/>
              <a:defRPr sz="1800">
                <a:solidFill>
                  <a:srgbClr val="2C2E3C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l" rtl="0">
              <a:spcBef>
                <a:spcPts val="0"/>
              </a:spcBef>
              <a:buNone/>
              <a:defRPr sz="1800">
                <a:solidFill>
                  <a:srgbClr val="2C2E3C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l" rtl="0">
              <a:spcBef>
                <a:spcPts val="0"/>
              </a:spcBef>
              <a:buNone/>
              <a:defRPr sz="1800">
                <a:solidFill>
                  <a:srgbClr val="2C2E3C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l" rtl="0">
              <a:spcBef>
                <a:spcPts val="0"/>
              </a:spcBef>
              <a:buNone/>
              <a:defRPr sz="1800">
                <a:solidFill>
                  <a:srgbClr val="2C2E3C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l" rtl="0">
              <a:spcBef>
                <a:spcPts val="0"/>
              </a:spcBef>
              <a:buNone/>
              <a:defRPr sz="1800">
                <a:solidFill>
                  <a:srgbClr val="2C2E3C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‹nº›</a:t>
            </a:fld>
            <a:endParaRPr/>
          </a:p>
        </p:txBody>
      </p:sp>
      <p:sp>
        <p:nvSpPr>
          <p:cNvPr id="87" name="Google Shape;87;p26"/>
          <p:cNvSpPr>
            <a:spLocks noGrp="1"/>
          </p:cNvSpPr>
          <p:nvPr>
            <p:ph type="pic" idx="2"/>
          </p:nvPr>
        </p:nvSpPr>
        <p:spPr>
          <a:xfrm>
            <a:off x="7315200" y="2210561"/>
            <a:ext cx="2438400" cy="2436877"/>
          </a:xfrm>
          <a:prstGeom prst="rect">
            <a:avLst/>
          </a:prstGeom>
          <a:solidFill>
            <a:srgbClr val="ACB1BB"/>
          </a:solidFill>
          <a:ln>
            <a:noFill/>
          </a:ln>
        </p:spPr>
        <p:txBody>
          <a:bodyPr/>
          <a:lstStyle/>
          <a:p>
            <a:endParaRPr lang="pt-BR"/>
          </a:p>
        </p:txBody>
      </p:sp>
      <p:sp>
        <p:nvSpPr>
          <p:cNvPr id="88" name="Google Shape;88;p26"/>
          <p:cNvSpPr>
            <a:spLocks noGrp="1"/>
          </p:cNvSpPr>
          <p:nvPr>
            <p:ph type="pic" idx="3"/>
          </p:nvPr>
        </p:nvSpPr>
        <p:spPr>
          <a:xfrm>
            <a:off x="4876800" y="2210561"/>
            <a:ext cx="2438400" cy="2436877"/>
          </a:xfrm>
          <a:prstGeom prst="rect">
            <a:avLst/>
          </a:prstGeom>
          <a:solidFill>
            <a:srgbClr val="7F7F7F"/>
          </a:solidFill>
          <a:ln>
            <a:noFill/>
          </a:ln>
        </p:spPr>
        <p:txBody>
          <a:bodyPr/>
          <a:lstStyle/>
          <a:p>
            <a:endParaRPr lang="pt-BR"/>
          </a:p>
        </p:txBody>
      </p:sp>
      <p:sp>
        <p:nvSpPr>
          <p:cNvPr id="89" name="Google Shape;89;p26"/>
          <p:cNvSpPr>
            <a:spLocks noGrp="1"/>
          </p:cNvSpPr>
          <p:nvPr>
            <p:ph type="pic" idx="4"/>
          </p:nvPr>
        </p:nvSpPr>
        <p:spPr>
          <a:xfrm>
            <a:off x="9753599" y="2210561"/>
            <a:ext cx="2438401" cy="2436877"/>
          </a:xfrm>
          <a:prstGeom prst="rect">
            <a:avLst/>
          </a:prstGeom>
          <a:solidFill>
            <a:srgbClr val="7F7F7F"/>
          </a:solidFill>
          <a:ln>
            <a:noFill/>
          </a:ln>
        </p:spPr>
        <p:txBody>
          <a:bodyPr/>
          <a:lstStyle/>
          <a:p>
            <a:endParaRPr lang="pt-BR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500" advClick="0">
        <p:random/>
      </p:transition>
    </mc:Choice>
    <mc:Fallback>
      <p:transition spd="slow" advClick="0">
        <p:random/>
      </p:transition>
    </mc:Fallback>
  </mc:AlternateContent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lide de Título" type="title">
  <p:cSld name="TITLE">
    <p:spTree>
      <p:nvGrpSpPr>
        <p:cNvPr id="1" name="Shape 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" name="Google Shape;91;p27"/>
          <p:cNvSpPr txBox="1"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R="0" lvl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Calibri"/>
              <a:buNone/>
              <a:defRPr sz="6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>
            <a:endParaRPr/>
          </a:p>
        </p:txBody>
      </p:sp>
      <p:sp>
        <p:nvSpPr>
          <p:cNvPr id="92" name="Google Shape;92;p27"/>
          <p:cNvSpPr txBox="1"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ctr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  <a:defRPr sz="2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ctr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ctr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ctr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  <a:defRPr sz="16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ctr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  <a:defRPr sz="16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ctr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  <a:defRPr sz="16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ctr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  <a:defRPr sz="16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ctr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  <a:defRPr sz="16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ctr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  <a:defRPr sz="16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93" name="Google Shape;93;p27"/>
          <p:cNvSpPr txBox="1">
            <a:spLocks noGrp="1"/>
          </p:cNvSpPr>
          <p:nvPr>
            <p:ph type="dt" idx="10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94" name="Google Shape;94;p27"/>
          <p:cNvSpPr txBox="1">
            <a:spLocks noGrp="1"/>
          </p:cNvSpPr>
          <p:nvPr>
            <p:ph type="ftr" idx="11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95" name="Google Shape;95;p27"/>
          <p:cNvSpPr txBox="1">
            <a:spLocks noGrp="1"/>
          </p:cNvSpPr>
          <p:nvPr>
            <p:ph type="sldNum" idx="12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0" marR="0" lvl="0" indent="0" algn="l" rtl="0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l" rtl="0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l" rtl="0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l" rtl="0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l" rtl="0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l" rtl="0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l" rtl="0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l" rtl="0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l" rtl="0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1_Main Slide copy 32">
  <p:cSld name="1_Main Slide copy 32">
    <p:spTree>
      <p:nvGrpSpPr>
        <p:cNvPr id="1" name="Shape 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" name="Google Shape;97;p28"/>
          <p:cNvSpPr>
            <a:spLocks noGrp="1"/>
          </p:cNvSpPr>
          <p:nvPr>
            <p:ph type="pic" idx="2"/>
          </p:nvPr>
        </p:nvSpPr>
        <p:spPr>
          <a:xfrm>
            <a:off x="633258" y="1310782"/>
            <a:ext cx="1327643" cy="1327643"/>
          </a:xfrm>
          <a:prstGeom prst="rect">
            <a:avLst/>
          </a:prstGeom>
          <a:solidFill>
            <a:srgbClr val="CCD0D5">
              <a:alpha val="49803"/>
            </a:srgbClr>
          </a:solidFill>
          <a:ln>
            <a:noFill/>
          </a:ln>
        </p:spPr>
      </p:sp>
      <p:sp>
        <p:nvSpPr>
          <p:cNvPr id="98" name="Google Shape;98;p28"/>
          <p:cNvSpPr>
            <a:spLocks noGrp="1"/>
          </p:cNvSpPr>
          <p:nvPr>
            <p:ph type="pic" idx="3"/>
          </p:nvPr>
        </p:nvSpPr>
        <p:spPr>
          <a:xfrm>
            <a:off x="2247743" y="1310782"/>
            <a:ext cx="1327643" cy="1327643"/>
          </a:xfrm>
          <a:prstGeom prst="rect">
            <a:avLst/>
          </a:prstGeom>
          <a:solidFill>
            <a:srgbClr val="CCD0D5">
              <a:alpha val="49803"/>
            </a:srgbClr>
          </a:solidFill>
          <a:ln>
            <a:noFill/>
          </a:ln>
        </p:spPr>
      </p:sp>
      <p:sp>
        <p:nvSpPr>
          <p:cNvPr id="99" name="Google Shape;99;p28"/>
          <p:cNvSpPr>
            <a:spLocks noGrp="1"/>
          </p:cNvSpPr>
          <p:nvPr>
            <p:ph type="pic" idx="4"/>
          </p:nvPr>
        </p:nvSpPr>
        <p:spPr>
          <a:xfrm>
            <a:off x="3862228" y="1310782"/>
            <a:ext cx="1327643" cy="1327643"/>
          </a:xfrm>
          <a:prstGeom prst="rect">
            <a:avLst/>
          </a:prstGeom>
          <a:solidFill>
            <a:srgbClr val="CCD0D5">
              <a:alpha val="49803"/>
            </a:srgbClr>
          </a:solidFill>
          <a:ln>
            <a:noFill/>
          </a:ln>
        </p:spPr>
      </p:sp>
      <p:sp>
        <p:nvSpPr>
          <p:cNvPr id="100" name="Google Shape;100;p28"/>
          <p:cNvSpPr>
            <a:spLocks noGrp="1"/>
          </p:cNvSpPr>
          <p:nvPr>
            <p:ph type="pic" idx="5"/>
          </p:nvPr>
        </p:nvSpPr>
        <p:spPr>
          <a:xfrm>
            <a:off x="5476713" y="1310782"/>
            <a:ext cx="1327643" cy="1327643"/>
          </a:xfrm>
          <a:prstGeom prst="rect">
            <a:avLst/>
          </a:prstGeom>
          <a:solidFill>
            <a:srgbClr val="CCD0D5">
              <a:alpha val="49803"/>
            </a:srgbClr>
          </a:solidFill>
          <a:ln>
            <a:noFill/>
          </a:ln>
        </p:spPr>
      </p:sp>
      <p:sp>
        <p:nvSpPr>
          <p:cNvPr id="101" name="Google Shape;101;p28"/>
          <p:cNvSpPr>
            <a:spLocks noGrp="1"/>
          </p:cNvSpPr>
          <p:nvPr>
            <p:ph type="pic" idx="6"/>
          </p:nvPr>
        </p:nvSpPr>
        <p:spPr>
          <a:xfrm>
            <a:off x="7091198" y="1310782"/>
            <a:ext cx="1327643" cy="1327643"/>
          </a:xfrm>
          <a:prstGeom prst="rect">
            <a:avLst/>
          </a:prstGeom>
          <a:solidFill>
            <a:srgbClr val="CCD0D5">
              <a:alpha val="49803"/>
            </a:srgbClr>
          </a:solidFill>
          <a:ln>
            <a:noFill/>
          </a:ln>
        </p:spPr>
      </p:sp>
      <p:sp>
        <p:nvSpPr>
          <p:cNvPr id="102" name="Google Shape;102;p28"/>
          <p:cNvSpPr>
            <a:spLocks noGrp="1"/>
          </p:cNvSpPr>
          <p:nvPr>
            <p:ph type="pic" idx="7"/>
          </p:nvPr>
        </p:nvSpPr>
        <p:spPr>
          <a:xfrm>
            <a:off x="8705683" y="1310782"/>
            <a:ext cx="1327643" cy="1327643"/>
          </a:xfrm>
          <a:prstGeom prst="rect">
            <a:avLst/>
          </a:prstGeom>
          <a:solidFill>
            <a:srgbClr val="CCD0D5">
              <a:alpha val="49803"/>
            </a:srgbClr>
          </a:solidFill>
          <a:ln>
            <a:noFill/>
          </a:ln>
        </p:spPr>
      </p:sp>
      <p:sp>
        <p:nvSpPr>
          <p:cNvPr id="103" name="Google Shape;103;p28"/>
          <p:cNvSpPr>
            <a:spLocks noGrp="1"/>
          </p:cNvSpPr>
          <p:nvPr>
            <p:ph type="pic" idx="8"/>
          </p:nvPr>
        </p:nvSpPr>
        <p:spPr>
          <a:xfrm>
            <a:off x="10320168" y="1310782"/>
            <a:ext cx="1327643" cy="1327643"/>
          </a:xfrm>
          <a:prstGeom prst="rect">
            <a:avLst/>
          </a:prstGeom>
          <a:solidFill>
            <a:srgbClr val="CCD0D5">
              <a:alpha val="49803"/>
            </a:srgbClr>
          </a:solidFill>
          <a:ln>
            <a:noFill/>
          </a:ln>
        </p:spPr>
      </p:sp>
      <p:sp>
        <p:nvSpPr>
          <p:cNvPr id="104" name="Google Shape;104;p28"/>
          <p:cNvSpPr>
            <a:spLocks noGrp="1"/>
          </p:cNvSpPr>
          <p:nvPr>
            <p:ph type="pic" idx="9"/>
          </p:nvPr>
        </p:nvSpPr>
        <p:spPr>
          <a:xfrm>
            <a:off x="633258" y="4644533"/>
            <a:ext cx="1327643" cy="1327643"/>
          </a:xfrm>
          <a:prstGeom prst="rect">
            <a:avLst/>
          </a:prstGeom>
          <a:solidFill>
            <a:srgbClr val="CCD0D5">
              <a:alpha val="49803"/>
            </a:srgbClr>
          </a:solidFill>
          <a:ln>
            <a:noFill/>
          </a:ln>
        </p:spPr>
      </p:sp>
      <p:sp>
        <p:nvSpPr>
          <p:cNvPr id="105" name="Google Shape;105;p28"/>
          <p:cNvSpPr>
            <a:spLocks noGrp="1"/>
          </p:cNvSpPr>
          <p:nvPr>
            <p:ph type="pic" idx="13"/>
          </p:nvPr>
        </p:nvSpPr>
        <p:spPr>
          <a:xfrm>
            <a:off x="2247743" y="4644533"/>
            <a:ext cx="1327643" cy="1327643"/>
          </a:xfrm>
          <a:prstGeom prst="rect">
            <a:avLst/>
          </a:prstGeom>
          <a:solidFill>
            <a:srgbClr val="CCD0D5">
              <a:alpha val="49803"/>
            </a:srgbClr>
          </a:solidFill>
          <a:ln>
            <a:noFill/>
          </a:ln>
        </p:spPr>
      </p:sp>
      <p:sp>
        <p:nvSpPr>
          <p:cNvPr id="106" name="Google Shape;106;p28"/>
          <p:cNvSpPr>
            <a:spLocks noGrp="1"/>
          </p:cNvSpPr>
          <p:nvPr>
            <p:ph type="pic" idx="14"/>
          </p:nvPr>
        </p:nvSpPr>
        <p:spPr>
          <a:xfrm>
            <a:off x="3862228" y="4644533"/>
            <a:ext cx="1327643" cy="1327643"/>
          </a:xfrm>
          <a:prstGeom prst="rect">
            <a:avLst/>
          </a:prstGeom>
          <a:solidFill>
            <a:srgbClr val="CCD0D5">
              <a:alpha val="49803"/>
            </a:srgbClr>
          </a:solidFill>
          <a:ln>
            <a:noFill/>
          </a:ln>
        </p:spPr>
      </p:sp>
      <p:sp>
        <p:nvSpPr>
          <p:cNvPr id="107" name="Google Shape;107;p28"/>
          <p:cNvSpPr>
            <a:spLocks noGrp="1"/>
          </p:cNvSpPr>
          <p:nvPr>
            <p:ph type="pic" idx="15"/>
          </p:nvPr>
        </p:nvSpPr>
        <p:spPr>
          <a:xfrm>
            <a:off x="5476713" y="4644533"/>
            <a:ext cx="1327643" cy="1327643"/>
          </a:xfrm>
          <a:prstGeom prst="rect">
            <a:avLst/>
          </a:prstGeom>
          <a:solidFill>
            <a:srgbClr val="CCD0D5">
              <a:alpha val="49803"/>
            </a:srgbClr>
          </a:solidFill>
          <a:ln>
            <a:noFill/>
          </a:ln>
        </p:spPr>
      </p:sp>
      <p:sp>
        <p:nvSpPr>
          <p:cNvPr id="108" name="Google Shape;108;p28"/>
          <p:cNvSpPr>
            <a:spLocks noGrp="1"/>
          </p:cNvSpPr>
          <p:nvPr>
            <p:ph type="pic" idx="16"/>
          </p:nvPr>
        </p:nvSpPr>
        <p:spPr>
          <a:xfrm>
            <a:off x="7091198" y="4644533"/>
            <a:ext cx="1327643" cy="1327643"/>
          </a:xfrm>
          <a:prstGeom prst="rect">
            <a:avLst/>
          </a:prstGeom>
          <a:solidFill>
            <a:srgbClr val="CCD0D5">
              <a:alpha val="49803"/>
            </a:srgbClr>
          </a:solidFill>
          <a:ln>
            <a:noFill/>
          </a:ln>
        </p:spPr>
      </p:sp>
      <p:sp>
        <p:nvSpPr>
          <p:cNvPr id="109" name="Google Shape;109;p28"/>
          <p:cNvSpPr>
            <a:spLocks noGrp="1"/>
          </p:cNvSpPr>
          <p:nvPr>
            <p:ph type="pic" idx="17"/>
          </p:nvPr>
        </p:nvSpPr>
        <p:spPr>
          <a:xfrm>
            <a:off x="8705683" y="4644533"/>
            <a:ext cx="1327643" cy="1327643"/>
          </a:xfrm>
          <a:prstGeom prst="rect">
            <a:avLst/>
          </a:prstGeom>
          <a:solidFill>
            <a:srgbClr val="CCD0D5">
              <a:alpha val="49803"/>
            </a:srgbClr>
          </a:solidFill>
          <a:ln>
            <a:noFill/>
          </a:ln>
        </p:spPr>
      </p:sp>
      <p:sp>
        <p:nvSpPr>
          <p:cNvPr id="110" name="Google Shape;110;p28"/>
          <p:cNvSpPr>
            <a:spLocks noGrp="1"/>
          </p:cNvSpPr>
          <p:nvPr>
            <p:ph type="pic" idx="18"/>
          </p:nvPr>
        </p:nvSpPr>
        <p:spPr>
          <a:xfrm>
            <a:off x="10320168" y="4644533"/>
            <a:ext cx="1327643" cy="1327643"/>
          </a:xfrm>
          <a:prstGeom prst="rect">
            <a:avLst/>
          </a:prstGeom>
          <a:solidFill>
            <a:srgbClr val="CCD0D5">
              <a:alpha val="49803"/>
            </a:srgbClr>
          </a:solidFill>
          <a:ln>
            <a:noFill/>
          </a:ln>
        </p:spPr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500" advClick="0">
        <p:random/>
      </p:transition>
    </mc:Choice>
    <mc:Fallback>
      <p:transition spd="slow" advClick="0">
        <p:random/>
      </p:transition>
    </mc:Fallback>
  </mc:AlternateContent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标题幻灯片">
  <p:cSld name="标题幻灯片">
    <p:spTree>
      <p:nvGrpSpPr>
        <p:cNvPr id="1" name="Shape 111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500" advClick="0">
        <p:random/>
      </p:transition>
    </mc:Choice>
    <mc:Fallback>
      <p:transition spd="slow" advClick="0">
        <p:random/>
      </p:transition>
    </mc:Fallback>
  </mc:AlternateContent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>
  <p:cSld name="Title Slide">
    <p:spTree>
      <p:nvGrpSpPr>
        <p:cNvPr id="1" name="Shape 112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500" advClick="0">
        <p:random/>
      </p:transition>
    </mc:Choice>
    <mc:Fallback>
      <p:transition spd="slow" advClick="0">
        <p:random/>
      </p:transition>
    </mc:Fallback>
  </mc:AlternateContent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1_Main Slide copy 1">
  <p:cSld name="1_Main Slide copy 1">
    <p:spTree>
      <p:nvGrpSpPr>
        <p:cNvPr id="1" name="Shape 1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" name="Google Shape;114;p41"/>
          <p:cNvSpPr>
            <a:spLocks noGrp="1"/>
          </p:cNvSpPr>
          <p:nvPr>
            <p:ph type="pic" idx="2"/>
          </p:nvPr>
        </p:nvSpPr>
        <p:spPr>
          <a:xfrm>
            <a:off x="1269173" y="1841500"/>
            <a:ext cx="2222501" cy="2222500"/>
          </a:xfrm>
          <a:prstGeom prst="rect">
            <a:avLst/>
          </a:prstGeom>
          <a:solidFill>
            <a:srgbClr val="CCD0D5"/>
          </a:solidFill>
          <a:ln>
            <a:noFill/>
          </a:ln>
        </p:spPr>
      </p:sp>
      <p:sp>
        <p:nvSpPr>
          <p:cNvPr id="115" name="Google Shape;115;p41"/>
          <p:cNvSpPr>
            <a:spLocks noGrp="1"/>
          </p:cNvSpPr>
          <p:nvPr>
            <p:ph type="pic" idx="3"/>
          </p:nvPr>
        </p:nvSpPr>
        <p:spPr>
          <a:xfrm>
            <a:off x="3873500" y="1841500"/>
            <a:ext cx="2222500" cy="2222500"/>
          </a:xfrm>
          <a:prstGeom prst="rect">
            <a:avLst/>
          </a:prstGeom>
          <a:solidFill>
            <a:srgbClr val="CCD0D5"/>
          </a:solidFill>
          <a:ln>
            <a:noFill/>
          </a:ln>
        </p:spPr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500" advClick="0">
        <p:random/>
      </p:transition>
    </mc:Choice>
    <mc:Fallback>
      <p:transition spd="slow" advClick="0">
        <p:random/>
      </p:transition>
    </mc:Fallback>
  </mc:AlternateContent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1_Main Slide copy 56">
  <p:cSld name="1_Main Slide copy 56">
    <p:spTree>
      <p:nvGrpSpPr>
        <p:cNvPr id="1" name="Shape 1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7" name="Google Shape;117;p42"/>
          <p:cNvSpPr txBox="1">
            <a:spLocks noGrp="1"/>
          </p:cNvSpPr>
          <p:nvPr>
            <p:ph type="sldNum" idx="12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0" marR="0" lvl="0" indent="0" algn="l" rtl="0">
              <a:spcBef>
                <a:spcPts val="0"/>
              </a:spcBef>
              <a:buNone/>
              <a:defRPr sz="1800">
                <a:solidFill>
                  <a:srgbClr val="2C2E3C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l" rtl="0">
              <a:spcBef>
                <a:spcPts val="0"/>
              </a:spcBef>
              <a:buNone/>
              <a:defRPr sz="1800">
                <a:solidFill>
                  <a:srgbClr val="2C2E3C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l" rtl="0">
              <a:spcBef>
                <a:spcPts val="0"/>
              </a:spcBef>
              <a:buNone/>
              <a:defRPr sz="1800">
                <a:solidFill>
                  <a:srgbClr val="2C2E3C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l" rtl="0">
              <a:spcBef>
                <a:spcPts val="0"/>
              </a:spcBef>
              <a:buNone/>
              <a:defRPr sz="1800">
                <a:solidFill>
                  <a:srgbClr val="2C2E3C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l" rtl="0">
              <a:spcBef>
                <a:spcPts val="0"/>
              </a:spcBef>
              <a:buNone/>
              <a:defRPr sz="1800">
                <a:solidFill>
                  <a:srgbClr val="2C2E3C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l" rtl="0">
              <a:spcBef>
                <a:spcPts val="0"/>
              </a:spcBef>
              <a:buNone/>
              <a:defRPr sz="1800">
                <a:solidFill>
                  <a:srgbClr val="2C2E3C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l" rtl="0">
              <a:spcBef>
                <a:spcPts val="0"/>
              </a:spcBef>
              <a:buNone/>
              <a:defRPr sz="1800">
                <a:solidFill>
                  <a:srgbClr val="2C2E3C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l" rtl="0">
              <a:spcBef>
                <a:spcPts val="0"/>
              </a:spcBef>
              <a:buNone/>
              <a:defRPr sz="1800">
                <a:solidFill>
                  <a:srgbClr val="2C2E3C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l" rtl="0">
              <a:spcBef>
                <a:spcPts val="0"/>
              </a:spcBef>
              <a:buNone/>
              <a:defRPr sz="1800">
                <a:solidFill>
                  <a:srgbClr val="2C2E3C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‹nº›</a:t>
            </a:fld>
            <a:endParaRPr/>
          </a:p>
        </p:txBody>
      </p:sp>
      <p:sp>
        <p:nvSpPr>
          <p:cNvPr id="118" name="Google Shape;118;p42"/>
          <p:cNvSpPr>
            <a:spLocks noGrp="1"/>
          </p:cNvSpPr>
          <p:nvPr>
            <p:ph type="pic" idx="2"/>
          </p:nvPr>
        </p:nvSpPr>
        <p:spPr>
          <a:xfrm>
            <a:off x="4297526" y="3069081"/>
            <a:ext cx="3596949" cy="2232238"/>
          </a:xfrm>
          <a:prstGeom prst="rect">
            <a:avLst/>
          </a:prstGeom>
          <a:solidFill>
            <a:srgbClr val="ACB1BB"/>
          </a:solidFill>
          <a:ln>
            <a:noFill/>
          </a:ln>
        </p:spPr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500" advClick="0">
        <p:random/>
      </p:transition>
    </mc:Choice>
    <mc:Fallback>
      <p:transition spd="slow" advClick="0">
        <p:random/>
      </p:transition>
    </mc:Fallback>
  </mc:AlternateContent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1_Main Slide copy 39">
  <p:cSld name="1_Main Slide copy 39">
    <p:bg>
      <p:bgPr>
        <a:solidFill>
          <a:srgbClr val="F7F9FF"/>
        </a:solidFill>
        <a:effectLst/>
      </p:bgPr>
    </p:bg>
    <p:spTree>
      <p:nvGrpSpPr>
        <p:cNvPr id="1" name="Shape 1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0" name="Google Shape;120;p43"/>
          <p:cNvSpPr txBox="1">
            <a:spLocks noGrp="1"/>
          </p:cNvSpPr>
          <p:nvPr>
            <p:ph type="body" idx="1"/>
          </p:nvPr>
        </p:nvSpPr>
        <p:spPr>
          <a:xfrm>
            <a:off x="5207000" y="-1"/>
            <a:ext cx="6985000" cy="6858001"/>
          </a:xfrm>
          <a:prstGeom prst="rect">
            <a:avLst/>
          </a:prstGeom>
          <a:gradFill>
            <a:gsLst>
              <a:gs pos="0">
                <a:srgbClr val="FF2841"/>
              </a:gs>
              <a:gs pos="100000">
                <a:srgbClr val="5C33E6"/>
              </a:gs>
            </a:gsLst>
            <a:lin ang="3000000" scaled="0"/>
          </a:gradFill>
          <a:ln>
            <a:noFill/>
          </a:ln>
          <a:effectLst>
            <a:outerShdw blurRad="190500" dist="63500" dir="5400000" rotWithShape="0">
              <a:srgbClr val="000000">
                <a:alpha val="20000"/>
              </a:srgbClr>
            </a:outerShdw>
          </a:effectLst>
        </p:spPr>
        <p:txBody>
          <a:bodyPr spcFirstLastPara="1" wrap="square" lIns="0" tIns="0" rIns="0" bIns="0" anchor="ctr" anchorCtr="0">
            <a:noAutofit/>
          </a:bodyPr>
          <a:lstStyle>
            <a:lvl1pPr marL="457200" marR="0" lvl="0" indent="-3302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FFFFFF"/>
              </a:buClr>
              <a:buSzPts val="1600"/>
              <a:buFont typeface="Arial"/>
              <a:buChar char="•"/>
              <a:defRPr sz="1600" b="0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3810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sz="2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55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21" name="Google Shape;121;p43"/>
          <p:cNvSpPr>
            <a:spLocks noGrp="1"/>
          </p:cNvSpPr>
          <p:nvPr>
            <p:ph type="pic" idx="2"/>
          </p:nvPr>
        </p:nvSpPr>
        <p:spPr>
          <a:xfrm>
            <a:off x="5207000" y="-1"/>
            <a:ext cx="6985034" cy="6858000"/>
          </a:xfrm>
          <a:prstGeom prst="rect">
            <a:avLst/>
          </a:prstGeom>
          <a:solidFill>
            <a:srgbClr val="ACB1BB">
              <a:alpha val="80000"/>
            </a:srgbClr>
          </a:solidFill>
          <a:ln>
            <a:noFill/>
          </a:ln>
        </p:spPr>
      </p:sp>
      <p:sp>
        <p:nvSpPr>
          <p:cNvPr id="122" name="Google Shape;122;p43"/>
          <p:cNvSpPr txBox="1">
            <a:spLocks noGrp="1"/>
          </p:cNvSpPr>
          <p:nvPr>
            <p:ph type="sldNum" idx="12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0" marR="0" lvl="0" indent="0" algn="l" rtl="0">
              <a:spcBef>
                <a:spcPts val="0"/>
              </a:spcBef>
              <a:buNone/>
              <a:defRPr sz="1800">
                <a:solidFill>
                  <a:srgbClr val="2C2E3C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l" rtl="0">
              <a:spcBef>
                <a:spcPts val="0"/>
              </a:spcBef>
              <a:buNone/>
              <a:defRPr sz="1800">
                <a:solidFill>
                  <a:srgbClr val="2C2E3C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l" rtl="0">
              <a:spcBef>
                <a:spcPts val="0"/>
              </a:spcBef>
              <a:buNone/>
              <a:defRPr sz="1800">
                <a:solidFill>
                  <a:srgbClr val="2C2E3C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l" rtl="0">
              <a:spcBef>
                <a:spcPts val="0"/>
              </a:spcBef>
              <a:buNone/>
              <a:defRPr sz="1800">
                <a:solidFill>
                  <a:srgbClr val="2C2E3C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l" rtl="0">
              <a:spcBef>
                <a:spcPts val="0"/>
              </a:spcBef>
              <a:buNone/>
              <a:defRPr sz="1800">
                <a:solidFill>
                  <a:srgbClr val="2C2E3C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l" rtl="0">
              <a:spcBef>
                <a:spcPts val="0"/>
              </a:spcBef>
              <a:buNone/>
              <a:defRPr sz="1800">
                <a:solidFill>
                  <a:srgbClr val="2C2E3C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l" rtl="0">
              <a:spcBef>
                <a:spcPts val="0"/>
              </a:spcBef>
              <a:buNone/>
              <a:defRPr sz="1800">
                <a:solidFill>
                  <a:srgbClr val="2C2E3C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l" rtl="0">
              <a:spcBef>
                <a:spcPts val="0"/>
              </a:spcBef>
              <a:buNone/>
              <a:defRPr sz="1800">
                <a:solidFill>
                  <a:srgbClr val="2C2E3C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l" rtl="0">
              <a:spcBef>
                <a:spcPts val="0"/>
              </a:spcBef>
              <a:buNone/>
              <a:defRPr sz="1800">
                <a:solidFill>
                  <a:srgbClr val="2C2E3C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‹nº›</a:t>
            </a:fld>
            <a:endParaRPr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500" advClick="0">
        <p:random/>
      </p:transition>
    </mc:Choice>
    <mc:Fallback>
      <p:transition spd="slow" advClick="0">
        <p:random/>
      </p:transition>
    </mc:Fallback>
  </mc:AlternateContent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1_Main Slide copy 51">
  <p:cSld name="1_Main Slide copy 51">
    <p:spTree>
      <p:nvGrpSpPr>
        <p:cNvPr id="1" name="Shape 1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4" name="Google Shape;124;p44"/>
          <p:cNvSpPr txBox="1">
            <a:spLocks noGrp="1"/>
          </p:cNvSpPr>
          <p:nvPr>
            <p:ph type="sldNum" idx="12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0" marR="0" lvl="0" indent="0" algn="l" rtl="0">
              <a:spcBef>
                <a:spcPts val="0"/>
              </a:spcBef>
              <a:buNone/>
              <a:defRPr sz="1800">
                <a:solidFill>
                  <a:srgbClr val="2C2E3C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l" rtl="0">
              <a:spcBef>
                <a:spcPts val="0"/>
              </a:spcBef>
              <a:buNone/>
              <a:defRPr sz="1800">
                <a:solidFill>
                  <a:srgbClr val="2C2E3C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l" rtl="0">
              <a:spcBef>
                <a:spcPts val="0"/>
              </a:spcBef>
              <a:buNone/>
              <a:defRPr sz="1800">
                <a:solidFill>
                  <a:srgbClr val="2C2E3C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l" rtl="0">
              <a:spcBef>
                <a:spcPts val="0"/>
              </a:spcBef>
              <a:buNone/>
              <a:defRPr sz="1800">
                <a:solidFill>
                  <a:srgbClr val="2C2E3C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l" rtl="0">
              <a:spcBef>
                <a:spcPts val="0"/>
              </a:spcBef>
              <a:buNone/>
              <a:defRPr sz="1800">
                <a:solidFill>
                  <a:srgbClr val="2C2E3C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l" rtl="0">
              <a:spcBef>
                <a:spcPts val="0"/>
              </a:spcBef>
              <a:buNone/>
              <a:defRPr sz="1800">
                <a:solidFill>
                  <a:srgbClr val="2C2E3C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l" rtl="0">
              <a:spcBef>
                <a:spcPts val="0"/>
              </a:spcBef>
              <a:buNone/>
              <a:defRPr sz="1800">
                <a:solidFill>
                  <a:srgbClr val="2C2E3C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l" rtl="0">
              <a:spcBef>
                <a:spcPts val="0"/>
              </a:spcBef>
              <a:buNone/>
              <a:defRPr sz="1800">
                <a:solidFill>
                  <a:srgbClr val="2C2E3C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l" rtl="0">
              <a:spcBef>
                <a:spcPts val="0"/>
              </a:spcBef>
              <a:buNone/>
              <a:defRPr sz="1800">
                <a:solidFill>
                  <a:srgbClr val="2C2E3C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‹nº›</a:t>
            </a:fld>
            <a:endParaRPr/>
          </a:p>
        </p:txBody>
      </p:sp>
      <p:sp>
        <p:nvSpPr>
          <p:cNvPr id="125" name="Google Shape;125;p44"/>
          <p:cNvSpPr>
            <a:spLocks noGrp="1"/>
          </p:cNvSpPr>
          <p:nvPr>
            <p:ph type="pic" idx="2"/>
          </p:nvPr>
        </p:nvSpPr>
        <p:spPr>
          <a:xfrm>
            <a:off x="1582017" y="1571923"/>
            <a:ext cx="4037410" cy="5387480"/>
          </a:xfrm>
          <a:prstGeom prst="rect">
            <a:avLst/>
          </a:prstGeom>
          <a:solidFill>
            <a:srgbClr val="ACB1BB"/>
          </a:solidFill>
          <a:ln>
            <a:noFill/>
          </a:ln>
        </p:spPr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500" advClick="0">
        <p:random/>
      </p:transition>
    </mc:Choice>
    <mc:Fallback>
      <p:transition spd="slow" advClick="0">
        <p:random/>
      </p:transition>
    </mc:Fallback>
  </mc:AlternateContent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1_Main Slide copy 55">
  <p:cSld name="1_Main Slide copy 55">
    <p:spTree>
      <p:nvGrpSpPr>
        <p:cNvPr id="1" name="Shape 1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7" name="Google Shape;127;p45"/>
          <p:cNvSpPr txBox="1">
            <a:spLocks noGrp="1"/>
          </p:cNvSpPr>
          <p:nvPr>
            <p:ph type="sldNum" idx="12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0" marR="0" lvl="0" indent="0" algn="l" rtl="0">
              <a:spcBef>
                <a:spcPts val="0"/>
              </a:spcBef>
              <a:buNone/>
              <a:defRPr sz="1800">
                <a:solidFill>
                  <a:srgbClr val="2C2E3C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l" rtl="0">
              <a:spcBef>
                <a:spcPts val="0"/>
              </a:spcBef>
              <a:buNone/>
              <a:defRPr sz="1800">
                <a:solidFill>
                  <a:srgbClr val="2C2E3C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l" rtl="0">
              <a:spcBef>
                <a:spcPts val="0"/>
              </a:spcBef>
              <a:buNone/>
              <a:defRPr sz="1800">
                <a:solidFill>
                  <a:srgbClr val="2C2E3C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l" rtl="0">
              <a:spcBef>
                <a:spcPts val="0"/>
              </a:spcBef>
              <a:buNone/>
              <a:defRPr sz="1800">
                <a:solidFill>
                  <a:srgbClr val="2C2E3C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l" rtl="0">
              <a:spcBef>
                <a:spcPts val="0"/>
              </a:spcBef>
              <a:buNone/>
              <a:defRPr sz="1800">
                <a:solidFill>
                  <a:srgbClr val="2C2E3C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l" rtl="0">
              <a:spcBef>
                <a:spcPts val="0"/>
              </a:spcBef>
              <a:buNone/>
              <a:defRPr sz="1800">
                <a:solidFill>
                  <a:srgbClr val="2C2E3C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l" rtl="0">
              <a:spcBef>
                <a:spcPts val="0"/>
              </a:spcBef>
              <a:buNone/>
              <a:defRPr sz="1800">
                <a:solidFill>
                  <a:srgbClr val="2C2E3C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l" rtl="0">
              <a:spcBef>
                <a:spcPts val="0"/>
              </a:spcBef>
              <a:buNone/>
              <a:defRPr sz="1800">
                <a:solidFill>
                  <a:srgbClr val="2C2E3C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l" rtl="0">
              <a:spcBef>
                <a:spcPts val="0"/>
              </a:spcBef>
              <a:buNone/>
              <a:defRPr sz="1800">
                <a:solidFill>
                  <a:srgbClr val="2C2E3C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‹nº›</a:t>
            </a:fld>
            <a:endParaRPr/>
          </a:p>
        </p:txBody>
      </p:sp>
      <p:sp>
        <p:nvSpPr>
          <p:cNvPr id="128" name="Google Shape;128;p45"/>
          <p:cNvSpPr>
            <a:spLocks noGrp="1"/>
          </p:cNvSpPr>
          <p:nvPr>
            <p:ph type="pic" idx="2"/>
          </p:nvPr>
        </p:nvSpPr>
        <p:spPr>
          <a:xfrm>
            <a:off x="2383763" y="1778000"/>
            <a:ext cx="3302001" cy="3302000"/>
          </a:xfrm>
          <a:prstGeom prst="rect">
            <a:avLst/>
          </a:prstGeom>
          <a:solidFill>
            <a:srgbClr val="ACB1BB"/>
          </a:solidFill>
          <a:ln>
            <a:noFill/>
          </a:ln>
        </p:spPr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500" advClick="0">
        <p:random/>
      </p:transition>
    </mc:Choice>
    <mc:Fallback>
      <p:transition spd="slow" advClick="0">
        <p:random/>
      </p:transition>
    </mc:Fallback>
  </mc:AlternateContent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自定义版式">
  <p:cSld name="自定义版式">
    <p:spTree>
      <p:nvGrpSpPr>
        <p:cNvPr id="1" name="Shape 1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0" name="Google Shape;130;p46"/>
          <p:cNvSpPr txBox="1">
            <a:spLocks noGrp="1"/>
          </p:cNvSpPr>
          <p:nvPr>
            <p:ph type="title"/>
          </p:nvPr>
        </p:nvSpPr>
        <p:spPr>
          <a:xfrm>
            <a:off x="609600" y="274638"/>
            <a:ext cx="109728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sz="4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>
            <a:endParaRPr/>
          </a:p>
        </p:txBody>
      </p:sp>
      <p:sp>
        <p:nvSpPr>
          <p:cNvPr id="131" name="Google Shape;131;p46"/>
          <p:cNvSpPr txBox="1"/>
          <p:nvPr/>
        </p:nvSpPr>
        <p:spPr>
          <a:xfrm>
            <a:off x="1793405" y="6858000"/>
            <a:ext cx="1800200" cy="11843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00" u="sng">
                <a:solidFill>
                  <a:srgbClr val="000000"/>
                </a:solidFill>
                <a:latin typeface="Microsoft Yahei"/>
                <a:ea typeface="Microsoft Yahei"/>
                <a:cs typeface="Microsoft Yahei"/>
                <a:sym typeface="Microsoft Yahei"/>
                <a:hlinkClick r:id="rId2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PPT模板</a:t>
            </a:r>
            <a:r>
              <a:rPr lang="pt-BR" sz="100">
                <a:solidFill>
                  <a:srgbClr val="000000"/>
                </a:solidFill>
                <a:latin typeface="Microsoft Yahei"/>
                <a:ea typeface="Microsoft Yahei"/>
                <a:cs typeface="Microsoft Yahei"/>
                <a:sym typeface="Microsoft Yahei"/>
              </a:rPr>
              <a:t> http://www.1ppt.com/moban/ </a:t>
            </a:r>
            <a:endParaRPr sz="100">
              <a:solidFill>
                <a:srgbClr val="000000"/>
              </a:solidFill>
              <a:latin typeface="Microsoft Yahei"/>
              <a:ea typeface="Microsoft Yahei"/>
              <a:cs typeface="Microsoft Yahei"/>
              <a:sym typeface="Microsoft Yahei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500" advClick="0">
        <p:random/>
      </p:transition>
    </mc:Choice>
    <mc:Fallback>
      <p:transition spd="slow" advClick="0">
        <p:random/>
      </p:transition>
    </mc:Fallback>
  </mc:AlternateContent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1_Main Slide copy 35">
  <p:cSld name="1_Main Slide copy 35">
    <p:spTree>
      <p:nvGrpSpPr>
        <p:cNvPr id="1" name="Shape 1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" name="Google Shape;133;p47"/>
          <p:cNvSpPr txBox="1">
            <a:spLocks noGrp="1"/>
          </p:cNvSpPr>
          <p:nvPr>
            <p:ph type="sldNum" idx="12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0" marR="0" lvl="0" indent="0" algn="l" rtl="0">
              <a:spcBef>
                <a:spcPts val="0"/>
              </a:spcBef>
              <a:buNone/>
              <a:defRPr sz="1800">
                <a:solidFill>
                  <a:srgbClr val="2C2E3C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l" rtl="0">
              <a:spcBef>
                <a:spcPts val="0"/>
              </a:spcBef>
              <a:buNone/>
              <a:defRPr sz="1800">
                <a:solidFill>
                  <a:srgbClr val="2C2E3C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l" rtl="0">
              <a:spcBef>
                <a:spcPts val="0"/>
              </a:spcBef>
              <a:buNone/>
              <a:defRPr sz="1800">
                <a:solidFill>
                  <a:srgbClr val="2C2E3C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l" rtl="0">
              <a:spcBef>
                <a:spcPts val="0"/>
              </a:spcBef>
              <a:buNone/>
              <a:defRPr sz="1800">
                <a:solidFill>
                  <a:srgbClr val="2C2E3C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l" rtl="0">
              <a:spcBef>
                <a:spcPts val="0"/>
              </a:spcBef>
              <a:buNone/>
              <a:defRPr sz="1800">
                <a:solidFill>
                  <a:srgbClr val="2C2E3C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l" rtl="0">
              <a:spcBef>
                <a:spcPts val="0"/>
              </a:spcBef>
              <a:buNone/>
              <a:defRPr sz="1800">
                <a:solidFill>
                  <a:srgbClr val="2C2E3C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l" rtl="0">
              <a:spcBef>
                <a:spcPts val="0"/>
              </a:spcBef>
              <a:buNone/>
              <a:defRPr sz="1800">
                <a:solidFill>
                  <a:srgbClr val="2C2E3C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l" rtl="0">
              <a:spcBef>
                <a:spcPts val="0"/>
              </a:spcBef>
              <a:buNone/>
              <a:defRPr sz="1800">
                <a:solidFill>
                  <a:srgbClr val="2C2E3C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l" rtl="0">
              <a:spcBef>
                <a:spcPts val="0"/>
              </a:spcBef>
              <a:buNone/>
              <a:defRPr sz="1800">
                <a:solidFill>
                  <a:srgbClr val="2C2E3C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‹nº›</a:t>
            </a:fld>
            <a:endParaRPr/>
          </a:p>
        </p:txBody>
      </p:sp>
      <p:sp>
        <p:nvSpPr>
          <p:cNvPr id="134" name="Google Shape;134;p47"/>
          <p:cNvSpPr>
            <a:spLocks noGrp="1"/>
          </p:cNvSpPr>
          <p:nvPr>
            <p:ph type="pic" idx="2"/>
          </p:nvPr>
        </p:nvSpPr>
        <p:spPr>
          <a:xfrm>
            <a:off x="2639483" y="2717800"/>
            <a:ext cx="1587501" cy="1587500"/>
          </a:xfrm>
          <a:prstGeom prst="rect">
            <a:avLst/>
          </a:prstGeom>
          <a:solidFill>
            <a:srgbClr val="ACB1BB"/>
          </a:solidFill>
          <a:ln>
            <a:noFill/>
          </a:ln>
        </p:spPr>
      </p:sp>
      <p:sp>
        <p:nvSpPr>
          <p:cNvPr id="135" name="Google Shape;135;p47"/>
          <p:cNvSpPr>
            <a:spLocks noGrp="1"/>
          </p:cNvSpPr>
          <p:nvPr>
            <p:ph type="pic" idx="3"/>
          </p:nvPr>
        </p:nvSpPr>
        <p:spPr>
          <a:xfrm>
            <a:off x="5302250" y="2717800"/>
            <a:ext cx="1587500" cy="1587500"/>
          </a:xfrm>
          <a:prstGeom prst="rect">
            <a:avLst/>
          </a:prstGeom>
          <a:solidFill>
            <a:srgbClr val="ACB1BB"/>
          </a:solidFill>
          <a:ln>
            <a:noFill/>
          </a:ln>
        </p:spPr>
      </p:sp>
      <p:sp>
        <p:nvSpPr>
          <p:cNvPr id="136" name="Google Shape;136;p47"/>
          <p:cNvSpPr>
            <a:spLocks noGrp="1"/>
          </p:cNvSpPr>
          <p:nvPr>
            <p:ph type="pic" idx="4"/>
          </p:nvPr>
        </p:nvSpPr>
        <p:spPr>
          <a:xfrm>
            <a:off x="7965017" y="2717800"/>
            <a:ext cx="1587501" cy="1587500"/>
          </a:xfrm>
          <a:prstGeom prst="rect">
            <a:avLst/>
          </a:prstGeom>
          <a:solidFill>
            <a:srgbClr val="ACB1BB"/>
          </a:solidFill>
          <a:ln>
            <a:noFill/>
          </a:ln>
        </p:spPr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500" advClick="0">
        <p:random/>
      </p:transition>
    </mc:Choice>
    <mc:Fallback>
      <p:transition spd="slow" advClick="0">
        <p:random/>
      </p:transition>
    </mc:Fallback>
  </mc:AlternateContent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19.xml"/><Relationship Id="rId13" Type="http://schemas.openxmlformats.org/officeDocument/2006/relationships/theme" Target="../theme/theme2.xml"/><Relationship Id="rId3" Type="http://schemas.openxmlformats.org/officeDocument/2006/relationships/slideLayout" Target="../slideLayouts/slideLayout14.xml"/><Relationship Id="rId7" Type="http://schemas.openxmlformats.org/officeDocument/2006/relationships/slideLayout" Target="../slideLayouts/slideLayout18.xml"/><Relationship Id="rId12" Type="http://schemas.openxmlformats.org/officeDocument/2006/relationships/slideLayout" Target="../slideLayouts/slideLayout23.xml"/><Relationship Id="rId2" Type="http://schemas.openxmlformats.org/officeDocument/2006/relationships/slideLayout" Target="../slideLayouts/slideLayout13.xml"/><Relationship Id="rId1" Type="http://schemas.openxmlformats.org/officeDocument/2006/relationships/slideLayout" Target="../slideLayouts/slideLayout12.xml"/><Relationship Id="rId6" Type="http://schemas.openxmlformats.org/officeDocument/2006/relationships/slideLayout" Target="../slideLayouts/slideLayout17.xml"/><Relationship Id="rId11" Type="http://schemas.openxmlformats.org/officeDocument/2006/relationships/slideLayout" Target="../slideLayouts/slideLayout22.xml"/><Relationship Id="rId5" Type="http://schemas.openxmlformats.org/officeDocument/2006/relationships/slideLayout" Target="../slideLayouts/slideLayout16.xml"/><Relationship Id="rId10" Type="http://schemas.openxmlformats.org/officeDocument/2006/relationships/slideLayout" Target="../slideLayouts/slideLayout21.xml"/><Relationship Id="rId4" Type="http://schemas.openxmlformats.org/officeDocument/2006/relationships/slideLayout" Target="../slideLayouts/slideLayout15.xml"/><Relationship Id="rId9" Type="http://schemas.openxmlformats.org/officeDocument/2006/relationships/slideLayout" Target="../slideLayouts/slideLayout20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3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marR="0"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sz="4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>
            <a:endParaRPr/>
          </a:p>
        </p:txBody>
      </p:sp>
      <p:sp>
        <p:nvSpPr>
          <p:cNvPr id="11" name="Google Shape;11;p23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marR="0" lvl="0" indent="-4064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•"/>
              <a:defRPr sz="2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3810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sz="2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55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2" name="Google Shape;12;p23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3" name="Google Shape;13;p23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4" name="Google Shape;14;p23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‹nº›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84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dk2" tx2="lt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</p:sldLayoutIdLst>
  <mc:AlternateContent xmlns:mc="http://schemas.openxmlformats.org/markup-compatibility/2006">
    <mc:Choice xmlns:p14="http://schemas.microsoft.com/office/powerpoint/2010/main" Requires="p14">
      <p:transition spd="slow" p14:dur="1500" advClick="0">
        <p:random/>
      </p:transition>
    </mc:Choice>
    <mc:Fallback>
      <p:transition spd="slow" advClick="0">
        <p:random/>
      </p:transition>
    </mc:Fallback>
  </mc:AlternateConten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3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1" name="Google Shape;141;p17"/>
          <p:cNvSpPr/>
          <p:nvPr/>
        </p:nvSpPr>
        <p:spPr>
          <a:xfrm>
            <a:off x="2621270" y="2895402"/>
            <a:ext cx="1632992" cy="1632992"/>
          </a:xfrm>
          <a:prstGeom prst="ellipse">
            <a:avLst/>
          </a:prstGeom>
          <a:gradFill>
            <a:gsLst>
              <a:gs pos="0">
                <a:srgbClr val="5C33E6">
                  <a:alpha val="9803"/>
                </a:srgbClr>
              </a:gs>
              <a:gs pos="100000">
                <a:srgbClr val="8B3AE5">
                  <a:alpha val="9803"/>
                </a:srgbClr>
              </a:gs>
            </a:gsLst>
            <a:lin ang="3000000" scaled="0"/>
          </a:gradFill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2" name="Google Shape;142;p17"/>
          <p:cNvSpPr/>
          <p:nvPr/>
        </p:nvSpPr>
        <p:spPr>
          <a:xfrm>
            <a:off x="249168" y="2652215"/>
            <a:ext cx="2936274" cy="2936274"/>
          </a:xfrm>
          <a:prstGeom prst="ellipse">
            <a:avLst/>
          </a:prstGeom>
          <a:gradFill>
            <a:gsLst>
              <a:gs pos="0">
                <a:srgbClr val="AB1942">
                  <a:alpha val="20000"/>
                </a:srgbClr>
              </a:gs>
              <a:gs pos="100000">
                <a:srgbClr val="8B3AE5">
                  <a:alpha val="20000"/>
                </a:srgbClr>
              </a:gs>
            </a:gsLst>
            <a:lin ang="3000000" scaled="0"/>
          </a:gradFill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3" name="Google Shape;143;p17"/>
          <p:cNvSpPr/>
          <p:nvPr/>
        </p:nvSpPr>
        <p:spPr>
          <a:xfrm>
            <a:off x="10970253" y="5523724"/>
            <a:ext cx="1507117" cy="1507117"/>
          </a:xfrm>
          <a:prstGeom prst="ellipse">
            <a:avLst/>
          </a:prstGeom>
          <a:gradFill>
            <a:gsLst>
              <a:gs pos="0">
                <a:srgbClr val="5267A4">
                  <a:alpha val="14901"/>
                </a:srgbClr>
              </a:gs>
              <a:gs pos="100000">
                <a:srgbClr val="1992AA">
                  <a:alpha val="14901"/>
                </a:srgbClr>
              </a:gs>
            </a:gsLst>
            <a:lin ang="3000000" scaled="0"/>
          </a:gradFill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4" name="Google Shape;144;p17"/>
          <p:cNvSpPr/>
          <p:nvPr/>
        </p:nvSpPr>
        <p:spPr>
          <a:xfrm>
            <a:off x="4824978" y="3810691"/>
            <a:ext cx="368301" cy="368301"/>
          </a:xfrm>
          <a:prstGeom prst="ellipse">
            <a:avLst/>
          </a:prstGeom>
          <a:gradFill>
            <a:gsLst>
              <a:gs pos="0">
                <a:srgbClr val="FF6802">
                  <a:alpha val="15686"/>
                </a:srgbClr>
              </a:gs>
              <a:gs pos="100000">
                <a:srgbClr val="FF2841">
                  <a:alpha val="15686"/>
                </a:srgbClr>
              </a:gs>
            </a:gsLst>
            <a:lin ang="3000000" scaled="0"/>
          </a:gradFill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5" name="Google Shape;145;p17"/>
          <p:cNvSpPr/>
          <p:nvPr/>
        </p:nvSpPr>
        <p:spPr>
          <a:xfrm>
            <a:off x="4824975" y="804150"/>
            <a:ext cx="7075200" cy="5799900"/>
          </a:xfrm>
          <a:prstGeom prst="rect">
            <a:avLst/>
          </a:prstGeom>
          <a:solidFill>
            <a:srgbClr val="FFFFFF"/>
          </a:solidFill>
          <a:ln>
            <a:noFill/>
          </a:ln>
          <a:effectLst>
            <a:outerShdw blurRad="50800" dist="38100" dir="2700000" algn="tl" rotWithShape="0">
              <a:srgbClr val="000000">
                <a:alpha val="40000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6" name="Google Shape;146;p17"/>
          <p:cNvSpPr/>
          <p:nvPr/>
        </p:nvSpPr>
        <p:spPr>
          <a:xfrm>
            <a:off x="259802" y="1"/>
            <a:ext cx="2568460" cy="2238374"/>
          </a:xfrm>
          <a:prstGeom prst="rect">
            <a:avLst/>
          </a:prstGeom>
          <a:solidFill>
            <a:srgbClr val="E83879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47" name="Google Shape;147;p17" descr="Uma imagem contendo Logotipo&#10;&#10;Descrição gerada automaticamente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0838478" y="303718"/>
            <a:ext cx="885334" cy="286929"/>
          </a:xfrm>
          <a:prstGeom prst="rect">
            <a:avLst/>
          </a:prstGeom>
          <a:noFill/>
          <a:ln>
            <a:noFill/>
          </a:ln>
        </p:spPr>
      </p:pic>
      <p:sp>
        <p:nvSpPr>
          <p:cNvPr id="148" name="Google Shape;148;p17"/>
          <p:cNvSpPr/>
          <p:nvPr/>
        </p:nvSpPr>
        <p:spPr>
          <a:xfrm>
            <a:off x="0" y="341349"/>
            <a:ext cx="4419599" cy="1528431"/>
          </a:xfrm>
          <a:prstGeom prst="rect">
            <a:avLst/>
          </a:prstGeom>
          <a:solidFill>
            <a:srgbClr val="FFFFFF"/>
          </a:solidFill>
          <a:ln>
            <a:noFill/>
          </a:ln>
          <a:effectLst>
            <a:outerShdw blurRad="50800" dist="38100" dir="2700000" algn="tl" rotWithShape="0">
              <a:srgbClr val="000000">
                <a:alpha val="40000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9" name="Google Shape;149;p17"/>
          <p:cNvSpPr txBox="1"/>
          <p:nvPr/>
        </p:nvSpPr>
        <p:spPr>
          <a:xfrm>
            <a:off x="355493" y="672315"/>
            <a:ext cx="3816000" cy="677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2000" b="1">
                <a:solidFill>
                  <a:srgbClr val="5D358E"/>
                </a:solidFill>
                <a:latin typeface="Calibri"/>
                <a:ea typeface="Calibri"/>
                <a:cs typeface="Calibri"/>
                <a:sym typeface="Calibri"/>
              </a:rPr>
              <a:t>Pratique</a:t>
            </a:r>
            <a:endParaRPr/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800">
                <a:solidFill>
                  <a:srgbClr val="5D358E"/>
                </a:solidFill>
                <a:latin typeface="Calibri"/>
                <a:ea typeface="Calibri"/>
                <a:cs typeface="Calibri"/>
                <a:sym typeface="Calibri"/>
              </a:rPr>
              <a:t>Imersão digital</a:t>
            </a:r>
            <a:endParaRPr/>
          </a:p>
        </p:txBody>
      </p:sp>
      <p:cxnSp>
        <p:nvCxnSpPr>
          <p:cNvPr id="150" name="Google Shape;150;p17"/>
          <p:cNvCxnSpPr/>
          <p:nvPr/>
        </p:nvCxnSpPr>
        <p:spPr>
          <a:xfrm>
            <a:off x="453622" y="633322"/>
            <a:ext cx="394283" cy="0"/>
          </a:xfrm>
          <a:prstGeom prst="straightConnector1">
            <a:avLst/>
          </a:prstGeom>
          <a:noFill/>
          <a:ln w="38100" cap="flat" cmpd="sng">
            <a:solidFill>
              <a:srgbClr val="E83879"/>
            </a:solidFill>
            <a:prstDash val="solid"/>
            <a:miter lim="800000"/>
            <a:headEnd type="none" w="sm" len="sm"/>
            <a:tailEnd type="none" w="sm" len="sm"/>
          </a:ln>
        </p:spPr>
      </p:cxnSp>
      <p:sp>
        <p:nvSpPr>
          <p:cNvPr id="151" name="Google Shape;151;p17"/>
          <p:cNvSpPr/>
          <p:nvPr/>
        </p:nvSpPr>
        <p:spPr>
          <a:xfrm>
            <a:off x="4825003" y="317129"/>
            <a:ext cx="2682600" cy="417600"/>
          </a:xfrm>
          <a:prstGeom prst="rect">
            <a:avLst/>
          </a:prstGeom>
          <a:solidFill>
            <a:srgbClr val="A02987"/>
          </a:solidFill>
          <a:ln>
            <a:noFill/>
          </a:ln>
          <a:effectLst>
            <a:outerShdw blurRad="50800" dist="38100" dir="2700000" algn="tl" rotWithShape="0">
              <a:srgbClr val="000000">
                <a:alpha val="40000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2" name="Google Shape;152;p17"/>
          <p:cNvSpPr txBox="1"/>
          <p:nvPr/>
        </p:nvSpPr>
        <p:spPr>
          <a:xfrm>
            <a:off x="4928054" y="341358"/>
            <a:ext cx="2476500" cy="369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800" b="1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Comando da atividade:</a:t>
            </a:r>
            <a:endParaRPr/>
          </a:p>
        </p:txBody>
      </p:sp>
      <p:sp>
        <p:nvSpPr>
          <p:cNvPr id="153" name="Google Shape;153;p17"/>
          <p:cNvSpPr txBox="1"/>
          <p:nvPr/>
        </p:nvSpPr>
        <p:spPr>
          <a:xfrm>
            <a:off x="4913175" y="887250"/>
            <a:ext cx="6898800" cy="5633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lang="pt-BR" sz="120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Implemente um sistema em linguagem de programação Java utilizando a IDE de sua preferência. Algumas sugestões são: Eclipse, NetBeans, IntelliJ e Replit. </a:t>
            </a:r>
            <a:r>
              <a:rPr lang="pt-BR" sz="1200" b="1" u="sng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No slide seguinte,  a entrega deverá ser realizada com a inserção do link de repositório de códigos que contenha os diferentes arquivos e partes do código utilizados.</a:t>
            </a:r>
            <a:endParaRPr sz="1200" b="1" u="sng">
              <a:solidFill>
                <a:srgbClr val="3F3F3F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lang="pt-BR" sz="120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Siga as diretrizes que seguem para o desenvolvimento da atividade:</a:t>
            </a:r>
            <a:endParaRPr sz="1200">
              <a:solidFill>
                <a:srgbClr val="3F3F3F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pt-BR" sz="120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- A solução deve ser desenvolvida dentro do paradigma orientado a objetos;</a:t>
            </a:r>
            <a:endParaRPr sz="1200">
              <a:solidFill>
                <a:srgbClr val="3F3F3F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pt-BR" sz="120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- Opcionalmente o projeto pode ser organizado em um repositório GIT;</a:t>
            </a:r>
            <a:endParaRPr sz="1200">
              <a:solidFill>
                <a:srgbClr val="3F3F3F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pt-BR" sz="120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- O uso de padrões arquiteturais como o MVC não é obrigatório, mas fortemente encorajado;</a:t>
            </a:r>
            <a:endParaRPr sz="1200">
              <a:solidFill>
                <a:srgbClr val="3F3F3F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pt-BR" sz="120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- A estruturação de um diagrama de classes é obrigatória, mas desejada;</a:t>
            </a:r>
            <a:endParaRPr sz="1200">
              <a:solidFill>
                <a:srgbClr val="3F3F3F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pt-BR" sz="120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- O projeto deve ser desenvolvido em Console;</a:t>
            </a:r>
            <a:endParaRPr sz="1200">
              <a:solidFill>
                <a:srgbClr val="3F3F3F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pt-BR" sz="120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 - Deve implementar um sistema de cadastro e notificação de eventos que estejam ocorrendo na cidade em que o estudante reside;</a:t>
            </a:r>
            <a:endParaRPr sz="1200">
              <a:solidFill>
                <a:srgbClr val="3F3F3F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pt-BR" sz="120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 - O sistema deve prover um espaço para cadastro do usuário. Você deve definir os atributos do usuário, que devem ser no mínimo 3 (quanto mais completo, melhor);</a:t>
            </a:r>
            <a:endParaRPr sz="1200">
              <a:solidFill>
                <a:srgbClr val="3F3F3F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pt-BR" sz="120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 - Deve ser possível cadastrar eventos, definindo um horário (dentre outros atributos). Estes eventos devem ter, obrigatoriamente, os atributos: nome, endereço, categoria, horário e descrição;</a:t>
            </a:r>
            <a:endParaRPr sz="1200">
              <a:solidFill>
                <a:srgbClr val="3F3F3F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pt-BR" sz="120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- Você deve delimitar as categorias para criação de eventos (festas, eventos esportivos, shows, entre outros exemplos);</a:t>
            </a:r>
            <a:endParaRPr sz="1200">
              <a:solidFill>
                <a:srgbClr val="3F3F3F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pt-BR" sz="120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 - Deve ser possível consultar os eventos cadastrados e decidir participar de qualquer um que esteja listado; </a:t>
            </a:r>
            <a:endParaRPr sz="1200">
              <a:solidFill>
                <a:srgbClr val="3F3F3F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pt-BR" sz="120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- Da mesma forma, deve ser possível visualizar os eventos em que a presença do usuário foi confirmada e que seja possível cancelar a participação;</a:t>
            </a:r>
            <a:endParaRPr sz="1200">
              <a:solidFill>
                <a:srgbClr val="3F3F3F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pt-BR" sz="120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 - Através do horário, o programa deve ordenar os eventos mais próximos e informar se um evento está ocorrendo no momento (é desejável utilizar a estrutura DateTime para o controle de horários);</a:t>
            </a:r>
            <a:endParaRPr sz="1200">
              <a:solidFill>
                <a:srgbClr val="3F3F3F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pt-BR" sz="120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 - O sistema também deve informar os eventos que já ocorreram;</a:t>
            </a:r>
            <a:endParaRPr sz="1200">
              <a:solidFill>
                <a:srgbClr val="3F3F3F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pt-BR" sz="120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 - As informações dos eventos devem ser salvas em um arquivo de texto chamado events.data;</a:t>
            </a:r>
            <a:endParaRPr sz="1200">
              <a:solidFill>
                <a:srgbClr val="3F3F3F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pt-BR" sz="120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- Toda vez que o programa for aberto, deve carregar os eventos a partir da leitura deste arquivo; </a:t>
            </a:r>
            <a:endParaRPr sz="1200">
              <a:solidFill>
                <a:srgbClr val="3F3F3F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 sz="1200">
              <a:solidFill>
                <a:srgbClr val="3F3F3F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lang="pt-BR" sz="120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Siga as instruções e implemente o sistema da forma mais completa que puder. A melhor forma de desenvolver as competências propostas em nossa unidade curricular é programando. Não se intimide, leia as referências da Unidade Curricular e inicie a implementação.</a:t>
            </a:r>
            <a:endParaRPr sz="1200">
              <a:solidFill>
                <a:srgbClr val="3F3F3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4" name="Google Shape;154;p17"/>
          <p:cNvSpPr/>
          <p:nvPr/>
        </p:nvSpPr>
        <p:spPr>
          <a:xfrm>
            <a:off x="124643" y="2767427"/>
            <a:ext cx="4170300" cy="3582000"/>
          </a:xfrm>
          <a:prstGeom prst="rect">
            <a:avLst/>
          </a:prstGeom>
          <a:solidFill>
            <a:srgbClr val="FFFFFF"/>
          </a:solidFill>
          <a:ln>
            <a:noFill/>
          </a:ln>
          <a:effectLst>
            <a:outerShdw blurRad="50800" dist="38100" dir="2700000" algn="tl" rotWithShape="0">
              <a:srgbClr val="000000">
                <a:alpha val="40000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5" name="Google Shape;155;p17"/>
          <p:cNvSpPr/>
          <p:nvPr/>
        </p:nvSpPr>
        <p:spPr>
          <a:xfrm>
            <a:off x="249168" y="2660895"/>
            <a:ext cx="2682591" cy="417739"/>
          </a:xfrm>
          <a:prstGeom prst="rect">
            <a:avLst/>
          </a:prstGeom>
          <a:solidFill>
            <a:srgbClr val="A02987"/>
          </a:solidFill>
          <a:ln>
            <a:noFill/>
          </a:ln>
          <a:effectLst>
            <a:outerShdw blurRad="50800" dist="38100" dir="2700000" algn="tl" rotWithShape="0">
              <a:srgbClr val="000000">
                <a:alpha val="40000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6" name="Google Shape;156;p17"/>
          <p:cNvSpPr txBox="1"/>
          <p:nvPr/>
        </p:nvSpPr>
        <p:spPr>
          <a:xfrm>
            <a:off x="254732" y="2692795"/>
            <a:ext cx="2476447" cy="3693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800" b="1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Enunciado da atividade:</a:t>
            </a:r>
            <a:endParaRPr/>
          </a:p>
        </p:txBody>
      </p:sp>
      <p:sp>
        <p:nvSpPr>
          <p:cNvPr id="157" name="Google Shape;157;p17"/>
          <p:cNvSpPr txBox="1"/>
          <p:nvPr/>
        </p:nvSpPr>
        <p:spPr>
          <a:xfrm>
            <a:off x="241788" y="3255525"/>
            <a:ext cx="4043400" cy="3093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50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A demanda pela criação de sistemas visando automatizar e digitalizar processos tem crescido exponencialmente. Consequentemente, muitos profissionais são alocados nessas atividades, o que torna o campo de atuação da área de tecnologia da informação bastante vasto e com alta demanda. Apesar desse  cenário profissional favorável, para desenvolver as competências para atuar com programação é necessário praticar e implementar sistemas. Para tal, essa atividade propõe a criação de um protótipo de sistema de entregas, em que você aplicará o conhecimento que foi construído ao longo dos seus estudos.</a:t>
            </a:r>
            <a:endParaRPr sz="1500">
              <a:solidFill>
                <a:srgbClr val="3F3F3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2" name="Google Shape;162;g13e9cd99caf_0_0"/>
          <p:cNvSpPr/>
          <p:nvPr/>
        </p:nvSpPr>
        <p:spPr>
          <a:xfrm>
            <a:off x="3528138" y="908506"/>
            <a:ext cx="148446" cy="158760"/>
          </a:xfrm>
          <a:custGeom>
            <a:avLst/>
            <a:gdLst/>
            <a:ahLst/>
            <a:cxnLst/>
            <a:rect l="l" t="t" r="r" b="b"/>
            <a:pathLst>
              <a:path w="21600" h="21600" extrusionOk="0">
                <a:moveTo>
                  <a:pt x="21600" y="0"/>
                </a:moveTo>
                <a:lnTo>
                  <a:pt x="18481" y="21600"/>
                </a:lnTo>
                <a:lnTo>
                  <a:pt x="0" y="8424"/>
                </a:lnTo>
                <a:lnTo>
                  <a:pt x="21600" y="0"/>
                </a:lnTo>
                <a:close/>
              </a:path>
            </a:pathLst>
          </a:custGeom>
          <a:solidFill>
            <a:srgbClr val="00A19C">
              <a:alpha val="29800"/>
            </a:srgbClr>
          </a:solidFill>
          <a:ln>
            <a:noFill/>
          </a:ln>
        </p:spPr>
        <p:txBody>
          <a:bodyPr spcFirstLastPara="1" wrap="square" lIns="22850" tIns="45700" rIns="22850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9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3" name="Google Shape;163;g13e9cd99caf_0_0"/>
          <p:cNvSpPr/>
          <p:nvPr/>
        </p:nvSpPr>
        <p:spPr>
          <a:xfrm>
            <a:off x="8246090" y="908053"/>
            <a:ext cx="358776" cy="359586"/>
          </a:xfrm>
          <a:custGeom>
            <a:avLst/>
            <a:gdLst/>
            <a:ahLst/>
            <a:cxnLst/>
            <a:rect l="l" t="t" r="r" b="b"/>
            <a:pathLst>
              <a:path w="21600" h="21600" extrusionOk="0">
                <a:moveTo>
                  <a:pt x="16582" y="0"/>
                </a:moveTo>
                <a:lnTo>
                  <a:pt x="21600" y="16546"/>
                </a:lnTo>
                <a:lnTo>
                  <a:pt x="5113" y="21600"/>
                </a:lnTo>
                <a:lnTo>
                  <a:pt x="0" y="5102"/>
                </a:lnTo>
                <a:lnTo>
                  <a:pt x="16582" y="0"/>
                </a:lnTo>
                <a:close/>
              </a:path>
            </a:pathLst>
          </a:custGeom>
          <a:solidFill>
            <a:srgbClr val="1992AA">
              <a:alpha val="29800"/>
            </a:srgbClr>
          </a:solidFill>
          <a:ln>
            <a:noFill/>
          </a:ln>
        </p:spPr>
        <p:txBody>
          <a:bodyPr spcFirstLastPara="1" wrap="square" lIns="22850" tIns="45700" rIns="22850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9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4" name="Google Shape;164;g13e9cd99caf_0_0"/>
          <p:cNvSpPr/>
          <p:nvPr/>
        </p:nvSpPr>
        <p:spPr>
          <a:xfrm>
            <a:off x="6306738" y="2613029"/>
            <a:ext cx="228582" cy="228582"/>
          </a:xfrm>
          <a:custGeom>
            <a:avLst/>
            <a:gdLst/>
            <a:ahLst/>
            <a:cxnLst/>
            <a:rect l="l" t="t" r="r" b="b"/>
            <a:pathLst>
              <a:path w="21600" h="21600" extrusionOk="0">
                <a:moveTo>
                  <a:pt x="16575" y="0"/>
                </a:moveTo>
                <a:lnTo>
                  <a:pt x="21600" y="16575"/>
                </a:lnTo>
                <a:lnTo>
                  <a:pt x="4950" y="21600"/>
                </a:lnTo>
                <a:lnTo>
                  <a:pt x="0" y="5025"/>
                </a:lnTo>
                <a:lnTo>
                  <a:pt x="16575" y="0"/>
                </a:lnTo>
                <a:close/>
              </a:path>
            </a:pathLst>
          </a:custGeom>
          <a:solidFill>
            <a:srgbClr val="5C33E6">
              <a:alpha val="29800"/>
            </a:srgbClr>
          </a:solidFill>
          <a:ln>
            <a:noFill/>
          </a:ln>
        </p:spPr>
        <p:txBody>
          <a:bodyPr spcFirstLastPara="1" wrap="square" lIns="22850" tIns="45700" rIns="22850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9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5" name="Google Shape;165;g13e9cd99caf_0_0"/>
          <p:cNvSpPr/>
          <p:nvPr/>
        </p:nvSpPr>
        <p:spPr>
          <a:xfrm>
            <a:off x="3592907" y="3059910"/>
            <a:ext cx="146070" cy="158760"/>
          </a:xfrm>
          <a:custGeom>
            <a:avLst/>
            <a:gdLst/>
            <a:ahLst/>
            <a:cxnLst/>
            <a:rect l="l" t="t" r="r" b="b"/>
            <a:pathLst>
              <a:path w="21600" h="21600" extrusionOk="0">
                <a:moveTo>
                  <a:pt x="21600" y="0"/>
                </a:moveTo>
                <a:lnTo>
                  <a:pt x="18783" y="21600"/>
                </a:lnTo>
                <a:lnTo>
                  <a:pt x="0" y="8316"/>
                </a:lnTo>
                <a:lnTo>
                  <a:pt x="21600" y="0"/>
                </a:lnTo>
                <a:close/>
              </a:path>
            </a:pathLst>
          </a:custGeom>
          <a:solidFill>
            <a:srgbClr val="5C33E6">
              <a:alpha val="29800"/>
            </a:srgbClr>
          </a:solidFill>
          <a:ln>
            <a:noFill/>
          </a:ln>
        </p:spPr>
        <p:txBody>
          <a:bodyPr spcFirstLastPara="1" wrap="square" lIns="22850" tIns="45700" rIns="22850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9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6" name="Google Shape;166;g13e9cd99caf_0_0"/>
          <p:cNvSpPr/>
          <p:nvPr/>
        </p:nvSpPr>
        <p:spPr>
          <a:xfrm>
            <a:off x="1639611" y="1799882"/>
            <a:ext cx="154764" cy="154764"/>
          </a:xfrm>
          <a:custGeom>
            <a:avLst/>
            <a:gdLst/>
            <a:ahLst/>
            <a:cxnLst/>
            <a:rect l="l" t="t" r="r" b="b"/>
            <a:pathLst>
              <a:path w="21600" h="21600" extrusionOk="0">
                <a:moveTo>
                  <a:pt x="21600" y="7975"/>
                </a:moveTo>
                <a:lnTo>
                  <a:pt x="13957" y="21600"/>
                </a:lnTo>
                <a:lnTo>
                  <a:pt x="0" y="13957"/>
                </a:lnTo>
                <a:lnTo>
                  <a:pt x="7975" y="0"/>
                </a:lnTo>
                <a:lnTo>
                  <a:pt x="21600" y="7975"/>
                </a:lnTo>
                <a:close/>
              </a:path>
            </a:pathLst>
          </a:custGeom>
          <a:solidFill>
            <a:srgbClr val="EF3755">
              <a:alpha val="29800"/>
            </a:srgbClr>
          </a:solidFill>
          <a:ln>
            <a:noFill/>
          </a:ln>
        </p:spPr>
        <p:txBody>
          <a:bodyPr spcFirstLastPara="1" wrap="square" lIns="22850" tIns="45700" rIns="22850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9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7" name="Google Shape;167;g13e9cd99caf_0_0"/>
          <p:cNvSpPr/>
          <p:nvPr/>
        </p:nvSpPr>
        <p:spPr>
          <a:xfrm>
            <a:off x="8663561" y="5460339"/>
            <a:ext cx="96000" cy="95400"/>
          </a:xfrm>
          <a:prstGeom prst="ellipse">
            <a:avLst/>
          </a:prstGeom>
          <a:solidFill>
            <a:srgbClr val="FF6802">
              <a:alpha val="29800"/>
            </a:srgbClr>
          </a:solidFill>
          <a:ln>
            <a:noFill/>
          </a:ln>
        </p:spPr>
        <p:txBody>
          <a:bodyPr spcFirstLastPara="1" wrap="square" lIns="22850" tIns="45700" rIns="22850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9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8" name="Google Shape;168;g13e9cd99caf_0_0"/>
          <p:cNvSpPr/>
          <p:nvPr/>
        </p:nvSpPr>
        <p:spPr>
          <a:xfrm>
            <a:off x="8368237" y="2855916"/>
            <a:ext cx="284100" cy="283500"/>
          </a:xfrm>
          <a:prstGeom prst="ellipse">
            <a:avLst/>
          </a:prstGeom>
          <a:solidFill>
            <a:srgbClr val="FF2841">
              <a:alpha val="20000"/>
            </a:srgbClr>
          </a:solidFill>
          <a:ln>
            <a:noFill/>
          </a:ln>
        </p:spPr>
        <p:txBody>
          <a:bodyPr spcFirstLastPara="1" wrap="square" lIns="22850" tIns="45700" rIns="22850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9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9" name="Google Shape;169;g13e9cd99caf_0_0"/>
          <p:cNvSpPr/>
          <p:nvPr/>
        </p:nvSpPr>
        <p:spPr>
          <a:xfrm>
            <a:off x="3093793" y="4620081"/>
            <a:ext cx="226908" cy="227394"/>
          </a:xfrm>
          <a:custGeom>
            <a:avLst/>
            <a:gdLst/>
            <a:ahLst/>
            <a:cxnLst/>
            <a:rect l="l" t="t" r="r" b="b"/>
            <a:pathLst>
              <a:path w="21600" h="21600" extrusionOk="0">
                <a:moveTo>
                  <a:pt x="16582" y="0"/>
                </a:moveTo>
                <a:lnTo>
                  <a:pt x="21600" y="16546"/>
                </a:lnTo>
                <a:lnTo>
                  <a:pt x="5113" y="21600"/>
                </a:lnTo>
                <a:lnTo>
                  <a:pt x="0" y="5102"/>
                </a:lnTo>
                <a:lnTo>
                  <a:pt x="16582" y="0"/>
                </a:lnTo>
                <a:close/>
              </a:path>
            </a:pathLst>
          </a:custGeom>
          <a:solidFill>
            <a:srgbClr val="1992AA">
              <a:alpha val="29800"/>
            </a:srgbClr>
          </a:solidFill>
          <a:ln>
            <a:noFill/>
          </a:ln>
        </p:spPr>
        <p:txBody>
          <a:bodyPr spcFirstLastPara="1" wrap="square" lIns="22850" tIns="45700" rIns="22850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9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0" name="Google Shape;170;g13e9cd99caf_0_0"/>
          <p:cNvSpPr/>
          <p:nvPr/>
        </p:nvSpPr>
        <p:spPr>
          <a:xfrm>
            <a:off x="1332039" y="4937747"/>
            <a:ext cx="284100" cy="283500"/>
          </a:xfrm>
          <a:prstGeom prst="ellipse">
            <a:avLst/>
          </a:prstGeom>
          <a:solidFill>
            <a:srgbClr val="FF2841">
              <a:alpha val="29800"/>
            </a:srgbClr>
          </a:solidFill>
          <a:ln>
            <a:noFill/>
          </a:ln>
        </p:spPr>
        <p:txBody>
          <a:bodyPr spcFirstLastPara="1" wrap="square" lIns="22850" tIns="45700" rIns="22850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9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1" name="Google Shape;171;g13e9cd99caf_0_0"/>
          <p:cNvSpPr/>
          <p:nvPr/>
        </p:nvSpPr>
        <p:spPr>
          <a:xfrm>
            <a:off x="5753951" y="5372755"/>
            <a:ext cx="146070" cy="158760"/>
          </a:xfrm>
          <a:custGeom>
            <a:avLst/>
            <a:gdLst/>
            <a:ahLst/>
            <a:cxnLst/>
            <a:rect l="l" t="t" r="r" b="b"/>
            <a:pathLst>
              <a:path w="21600" h="21600" extrusionOk="0">
                <a:moveTo>
                  <a:pt x="21600" y="0"/>
                </a:moveTo>
                <a:lnTo>
                  <a:pt x="18783" y="21600"/>
                </a:lnTo>
                <a:lnTo>
                  <a:pt x="0" y="8316"/>
                </a:lnTo>
                <a:lnTo>
                  <a:pt x="21600" y="0"/>
                </a:lnTo>
                <a:close/>
              </a:path>
            </a:pathLst>
          </a:custGeom>
          <a:solidFill>
            <a:srgbClr val="4D88C2">
              <a:alpha val="29800"/>
            </a:srgbClr>
          </a:solidFill>
          <a:ln>
            <a:noFill/>
          </a:ln>
        </p:spPr>
        <p:txBody>
          <a:bodyPr spcFirstLastPara="1" wrap="square" lIns="22850" tIns="45700" rIns="22850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9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2" name="Google Shape;172;g13e9cd99caf_0_0"/>
          <p:cNvSpPr/>
          <p:nvPr/>
        </p:nvSpPr>
        <p:spPr>
          <a:xfrm>
            <a:off x="5842852" y="1431771"/>
            <a:ext cx="139800" cy="139800"/>
          </a:xfrm>
          <a:prstGeom prst="ellipse">
            <a:avLst/>
          </a:prstGeom>
          <a:noFill/>
          <a:ln w="63500" cap="flat" cmpd="sng">
            <a:solidFill>
              <a:srgbClr val="F7F9FF">
                <a:alpha val="10590"/>
              </a:srgbClr>
            </a:solidFill>
            <a:prstDash val="solid"/>
            <a:miter lim="400000"/>
            <a:headEnd type="none" w="sm" len="sm"/>
            <a:tailEnd type="none" w="sm" len="sm"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3" name="Google Shape;173;g13e9cd99caf_0_0"/>
          <p:cNvSpPr/>
          <p:nvPr/>
        </p:nvSpPr>
        <p:spPr>
          <a:xfrm>
            <a:off x="5705690" y="1380335"/>
            <a:ext cx="242568" cy="242568"/>
          </a:xfrm>
          <a:custGeom>
            <a:avLst/>
            <a:gdLst/>
            <a:ahLst/>
            <a:cxnLst/>
            <a:rect l="l" t="t" r="r" b="b"/>
            <a:pathLst>
              <a:path w="21600" h="21600" extrusionOk="0">
                <a:moveTo>
                  <a:pt x="0" y="10800"/>
                </a:moveTo>
                <a:lnTo>
                  <a:pt x="10800" y="21600"/>
                </a:lnTo>
                <a:lnTo>
                  <a:pt x="21600" y="10800"/>
                </a:lnTo>
                <a:lnTo>
                  <a:pt x="10800" y="0"/>
                </a:lnTo>
                <a:close/>
              </a:path>
            </a:pathLst>
          </a:custGeom>
          <a:solidFill>
            <a:srgbClr val="AB1942">
              <a:alpha val="29800"/>
            </a:srgbClr>
          </a:solidFill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4" name="Google Shape;174;g13e9cd99caf_0_0"/>
          <p:cNvSpPr/>
          <p:nvPr/>
        </p:nvSpPr>
        <p:spPr>
          <a:xfrm>
            <a:off x="8814811" y="1323100"/>
            <a:ext cx="72000" cy="72000"/>
          </a:xfrm>
          <a:prstGeom prst="ellipse">
            <a:avLst/>
          </a:prstGeom>
          <a:solidFill>
            <a:schemeClr val="lt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5" name="Google Shape;175;g13e9cd99caf_0_0"/>
          <p:cNvSpPr/>
          <p:nvPr/>
        </p:nvSpPr>
        <p:spPr>
          <a:xfrm>
            <a:off x="10416221" y="5087767"/>
            <a:ext cx="887400" cy="887400"/>
          </a:xfrm>
          <a:prstGeom prst="ellipse">
            <a:avLst/>
          </a:prstGeom>
          <a:gradFill>
            <a:gsLst>
              <a:gs pos="0">
                <a:srgbClr val="FF2841">
                  <a:alpha val="15686"/>
                </a:srgbClr>
              </a:gs>
              <a:gs pos="100000">
                <a:srgbClr val="5C33E6">
                  <a:alpha val="15686"/>
                </a:srgbClr>
              </a:gs>
            </a:gsLst>
            <a:lin ang="3000122" scaled="0"/>
          </a:gradFill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6" name="Google Shape;176;g13e9cd99caf_0_0"/>
          <p:cNvSpPr/>
          <p:nvPr/>
        </p:nvSpPr>
        <p:spPr>
          <a:xfrm>
            <a:off x="10257548" y="2296062"/>
            <a:ext cx="633900" cy="633900"/>
          </a:xfrm>
          <a:prstGeom prst="ellipse">
            <a:avLst/>
          </a:prstGeom>
          <a:gradFill>
            <a:gsLst>
              <a:gs pos="0">
                <a:srgbClr val="0A6CD1">
                  <a:alpha val="15686"/>
                </a:srgbClr>
              </a:gs>
              <a:gs pos="100000">
                <a:srgbClr val="7474BA">
                  <a:alpha val="15686"/>
                </a:srgbClr>
              </a:gs>
            </a:gsLst>
            <a:lin ang="3000122" scaled="0"/>
          </a:gradFill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77" name="Google Shape;177;g13e9cd99caf_0_0" descr="Uma imagem contendo Logotipo&#10;&#10;Descrição gerada automaticamente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0838478" y="6236687"/>
            <a:ext cx="885334" cy="286929"/>
          </a:xfrm>
          <a:prstGeom prst="rect">
            <a:avLst/>
          </a:prstGeom>
          <a:noFill/>
          <a:ln>
            <a:noFill/>
          </a:ln>
        </p:spPr>
      </p:pic>
      <p:sp>
        <p:nvSpPr>
          <p:cNvPr id="178" name="Google Shape;178;g13e9cd99caf_0_0"/>
          <p:cNvSpPr/>
          <p:nvPr/>
        </p:nvSpPr>
        <p:spPr>
          <a:xfrm>
            <a:off x="468187" y="3005836"/>
            <a:ext cx="11255700" cy="2525700"/>
          </a:xfrm>
          <a:prstGeom prst="rect">
            <a:avLst/>
          </a:prstGeom>
          <a:solidFill>
            <a:schemeClr val="lt1"/>
          </a:solidFill>
          <a:ln>
            <a:noFill/>
          </a:ln>
          <a:effectLst>
            <a:outerShdw blurRad="50800" dist="38100" dir="2700000" algn="tl" rotWithShape="0">
              <a:srgbClr val="000000">
                <a:alpha val="40000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9" name="Google Shape;179;g13e9cd99caf_0_0"/>
          <p:cNvSpPr txBox="1"/>
          <p:nvPr/>
        </p:nvSpPr>
        <p:spPr>
          <a:xfrm>
            <a:off x="574231" y="3135397"/>
            <a:ext cx="11043600" cy="523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lvl="0"/>
            <a:r>
              <a:rPr lang="pt-BR" dirty="0">
                <a:solidFill>
                  <a:srgbClr val="595959"/>
                </a:solidFill>
                <a:latin typeface="Calibri"/>
                <a:ea typeface="Calibri"/>
                <a:cs typeface="Calibri"/>
                <a:sym typeface="Calibri"/>
              </a:rPr>
              <a:t>https://github.com/Zacydev/ProjetoFaculdade</a:t>
            </a:r>
            <a:endParaRPr dirty="0">
              <a:solidFill>
                <a:srgbClr val="595959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>
              <a:solidFill>
                <a:srgbClr val="595959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0" name="Google Shape;180;g13e9cd99caf_0_0"/>
          <p:cNvSpPr/>
          <p:nvPr/>
        </p:nvSpPr>
        <p:spPr>
          <a:xfrm>
            <a:off x="468188" y="430703"/>
            <a:ext cx="4569600" cy="916800"/>
          </a:xfrm>
          <a:prstGeom prst="rect">
            <a:avLst/>
          </a:prstGeom>
          <a:solidFill>
            <a:srgbClr val="FFFFFF"/>
          </a:solidFill>
          <a:ln>
            <a:noFill/>
          </a:ln>
          <a:effectLst>
            <a:outerShdw blurRad="50800" dist="38100" dir="2700000" algn="tl" rotWithShape="0">
              <a:srgbClr val="000000">
                <a:alpha val="40000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1" name="Google Shape;181;g13e9cd99caf_0_0"/>
          <p:cNvSpPr txBox="1"/>
          <p:nvPr/>
        </p:nvSpPr>
        <p:spPr>
          <a:xfrm>
            <a:off x="660176" y="539546"/>
            <a:ext cx="1587600" cy="677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2000" b="1">
                <a:solidFill>
                  <a:srgbClr val="A02987"/>
                </a:solidFill>
                <a:latin typeface="Calibri"/>
                <a:ea typeface="Calibri"/>
                <a:cs typeface="Calibri"/>
                <a:sym typeface="Calibri"/>
              </a:rPr>
              <a:t>Pratique</a:t>
            </a:r>
            <a:endParaRPr/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800">
                <a:solidFill>
                  <a:srgbClr val="A02987"/>
                </a:solidFill>
                <a:latin typeface="Calibri"/>
                <a:ea typeface="Calibri"/>
                <a:cs typeface="Calibri"/>
                <a:sym typeface="Calibri"/>
              </a:rPr>
              <a:t>Imersão Digital</a:t>
            </a:r>
            <a:endParaRPr/>
          </a:p>
        </p:txBody>
      </p:sp>
      <p:cxnSp>
        <p:nvCxnSpPr>
          <p:cNvPr id="182" name="Google Shape;182;g13e9cd99caf_0_0"/>
          <p:cNvCxnSpPr/>
          <p:nvPr/>
        </p:nvCxnSpPr>
        <p:spPr>
          <a:xfrm rot="10800000">
            <a:off x="468188" y="430651"/>
            <a:ext cx="0" cy="916800"/>
          </a:xfrm>
          <a:prstGeom prst="straightConnector1">
            <a:avLst/>
          </a:prstGeom>
          <a:noFill/>
          <a:ln w="76200" cap="flat" cmpd="sng">
            <a:solidFill>
              <a:srgbClr val="FF3527"/>
            </a:solidFill>
            <a:prstDash val="solid"/>
            <a:miter lim="800000"/>
            <a:headEnd type="none" w="sm" len="sm"/>
            <a:tailEnd type="none" w="sm" len="sm"/>
          </a:ln>
        </p:spPr>
      </p:cxnSp>
      <p:sp>
        <p:nvSpPr>
          <p:cNvPr id="183" name="Google Shape;183;g13e9cd99caf_0_0"/>
          <p:cNvSpPr/>
          <p:nvPr/>
        </p:nvSpPr>
        <p:spPr>
          <a:xfrm>
            <a:off x="433778" y="1991615"/>
            <a:ext cx="11289900" cy="417600"/>
          </a:xfrm>
          <a:prstGeom prst="rect">
            <a:avLst/>
          </a:prstGeom>
          <a:solidFill>
            <a:srgbClr val="A02987"/>
          </a:solidFill>
          <a:ln>
            <a:noFill/>
          </a:ln>
          <a:effectLst>
            <a:outerShdw blurRad="50800" dist="38100" dir="2700000" algn="tl" rotWithShape="0">
              <a:srgbClr val="000000">
                <a:alpha val="40000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4" name="Google Shape;184;g13e9cd99caf_0_0"/>
          <p:cNvSpPr txBox="1"/>
          <p:nvPr/>
        </p:nvSpPr>
        <p:spPr>
          <a:xfrm>
            <a:off x="516379" y="2012882"/>
            <a:ext cx="10375200" cy="369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800" b="1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Insira abaixo o link de repositório de códigos</a:t>
            </a:r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Tema do Offic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www.jpppt.com">
  <a:themeElements>
    <a:clrScheme name="自定义 2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F79646"/>
      </a:hlink>
      <a:folHlink>
        <a:srgbClr val="F79646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Tema do Offic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552</Words>
  <Application>Microsoft Office PowerPoint</Application>
  <PresentationFormat>Widescreen</PresentationFormat>
  <Paragraphs>28</Paragraphs>
  <Slides>2</Slides>
  <Notes>2</Notes>
  <HiddenSlides>0</HiddenSlides>
  <MMClips>0</MMClips>
  <ScaleCrop>false</ScaleCrop>
  <HeadingPairs>
    <vt:vector size="6" baseType="variant">
      <vt:variant>
        <vt:lpstr>Fontes usadas</vt:lpstr>
      </vt:variant>
      <vt:variant>
        <vt:i4>3</vt:i4>
      </vt:variant>
      <vt:variant>
        <vt:lpstr>Tema</vt:lpstr>
      </vt:variant>
      <vt:variant>
        <vt:i4>2</vt:i4>
      </vt:variant>
      <vt:variant>
        <vt:lpstr>Títulos de slides</vt:lpstr>
      </vt:variant>
      <vt:variant>
        <vt:i4>2</vt:i4>
      </vt:variant>
    </vt:vector>
  </HeadingPairs>
  <TitlesOfParts>
    <vt:vector size="7" baseType="lpstr">
      <vt:lpstr>Microsoft Yahei</vt:lpstr>
      <vt:lpstr>Arial</vt:lpstr>
      <vt:lpstr>Calibri</vt:lpstr>
      <vt:lpstr>Tema do Office</vt:lpstr>
      <vt:lpstr>www.jpppt.com</vt:lpstr>
      <vt:lpstr>Apresentação do PowerPoint</vt:lpstr>
      <vt:lpstr>Apresentação do PowerPoint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>Robson T. Oliveira</dc:creator>
  <cp:lastModifiedBy>GIOVANA ZACARIAS DA SILVA</cp:lastModifiedBy>
  <cp:revision>1</cp:revision>
  <dcterms:created xsi:type="dcterms:W3CDTF">2022-06-14T17:05:31Z</dcterms:created>
  <dcterms:modified xsi:type="dcterms:W3CDTF">2026-04-29T00:37:07Z</dcterms:modified>
</cp:coreProperties>
</file>